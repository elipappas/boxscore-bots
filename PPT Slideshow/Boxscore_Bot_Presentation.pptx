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4"/>
  </p:sldMasterIdLst>
  <p:notesMasterIdLst>
    <p:notesMasterId r:id="rId15"/>
  </p:notesMasterIdLst>
  <p:handoutMasterIdLst>
    <p:handoutMasterId r:id="rId16"/>
  </p:handoutMasterIdLst>
  <p:sldIdLst>
    <p:sldId id="442" r:id="rId5"/>
    <p:sldId id="443" r:id="rId6"/>
    <p:sldId id="444" r:id="rId7"/>
    <p:sldId id="446" r:id="rId8"/>
    <p:sldId id="450" r:id="rId9"/>
    <p:sldId id="449" r:id="rId10"/>
    <p:sldId id="445" r:id="rId11"/>
    <p:sldId id="448" r:id="rId12"/>
    <p:sldId id="447" r:id="rId13"/>
    <p:sldId id="45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5DACFC"/>
    <a:srgbClr val="09090C"/>
    <a:srgbClr val="000000"/>
    <a:srgbClr val="9B8C69"/>
    <a:srgbClr val="79958B"/>
    <a:srgbClr val="476262"/>
    <a:srgbClr val="272D2B"/>
    <a:srgbClr val="647E6B"/>
    <a:srgbClr val="A27C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147117-864B-DC0F-66B0-F4571C09B3D3}" v="1900" dt="2026-02-17T16:04:26.190"/>
    <p1510:client id="{C89E74FE-374E-956C-396C-4606E8948406}" v="46" dt="2026-02-17T21:41:47.504"/>
    <p1510:client id="{FCC1E948-4750-4110-B1CF-0BEF2BA5083A}" v="11" dt="2026-02-17T21:32:29.0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88" autoAdjust="0"/>
    <p:restoredTop sz="94660"/>
  </p:normalViewPr>
  <p:slideViewPr>
    <p:cSldViewPr snapToGrid="0">
      <p:cViewPr varScale="1">
        <p:scale>
          <a:sx n="78" d="100"/>
          <a:sy n="78" d="100"/>
        </p:scale>
        <p:origin x="888" y="62"/>
      </p:cViewPr>
      <p:guideLst>
        <p:guide orient="horz" pos="2160"/>
        <p:guide pos="3816"/>
      </p:guideLst>
    </p:cSldViewPr>
  </p:slideViewPr>
  <p:notesTextViewPr>
    <p:cViewPr>
      <p:scale>
        <a:sx n="1" d="1"/>
        <a:sy n="1" d="1"/>
      </p:scale>
      <p:origin x="0" y="0"/>
    </p:cViewPr>
  </p:notesTextViewPr>
  <p:sorterViewPr>
    <p:cViewPr>
      <p:scale>
        <a:sx n="90" d="100"/>
        <a:sy n="90" d="100"/>
      </p:scale>
      <p:origin x="0" y="-901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18B6240-78DA-093E-542D-EA8232A522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DF21978-CD08-4DE4-0B35-D8E00EB9822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1042AC-E7EB-4533-80AB-C3850196CED4}" type="datetimeFigureOut">
              <a:rPr lang="en-US" smtClean="0"/>
              <a:t>3/21/2026</a:t>
            </a:fld>
            <a:endParaRPr lang="en-US"/>
          </a:p>
        </p:txBody>
      </p:sp>
      <p:sp>
        <p:nvSpPr>
          <p:cNvPr id="4" name="Footer Placeholder 3">
            <a:extLst>
              <a:ext uri="{FF2B5EF4-FFF2-40B4-BE49-F238E27FC236}">
                <a16:creationId xmlns:a16="http://schemas.microsoft.com/office/drawing/2014/main" id="{34733651-3489-31BD-ED31-0609855FBC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461A6A1-1395-B89B-42E0-2208966D9FB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D1E2F7-14E3-4821-A409-B7BC1E2744B7}" type="slidenum">
              <a:rPr lang="en-US" smtClean="0"/>
              <a:t>‹#›</a:t>
            </a:fld>
            <a:endParaRPr lang="en-US"/>
          </a:p>
        </p:txBody>
      </p:sp>
    </p:spTree>
    <p:extLst>
      <p:ext uri="{BB962C8B-B14F-4D97-AF65-F5344CB8AC3E}">
        <p14:creationId xmlns:p14="http://schemas.microsoft.com/office/powerpoint/2010/main" val="22116062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863BC9-3C98-4AB2-8802-02853E289FB4}" type="datetimeFigureOut">
              <a:rPr lang="en-US" smtClean="0"/>
              <a:t>3/21/2026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2E5B5A-C175-4C17-879C-A25F50F472D7}" type="slidenum">
              <a:rPr lang="en-US" smtClean="0"/>
              <a:t>‹#›</a:t>
            </a:fld>
            <a:endParaRPr lang="en-US"/>
          </a:p>
        </p:txBody>
      </p:sp>
    </p:spTree>
    <p:extLst>
      <p:ext uri="{BB962C8B-B14F-4D97-AF65-F5344CB8AC3E}">
        <p14:creationId xmlns:p14="http://schemas.microsoft.com/office/powerpoint/2010/main" val="1398428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userDrawn="1"/>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21359139-99F8-4B6E-8834-95F2B9D91EE4}" type="datetime1">
              <a:rPr lang="en-US" smtClean="0"/>
              <a:pPr/>
              <a:t>3/21/2026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743660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44BE14B8-5058-4271-B378-2217DE83796E}" type="datetime1">
              <a:rPr lang="en-US" smtClean="0"/>
              <a:pPr/>
              <a:t>3/21/2026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7129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userDrawn="1"/>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dirty="0"/>
              <a:t>Click to edit Master title style</a:t>
            </a:r>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679FB602-DB7A-4B0E-854D-FB51F38BB0AA}" type="datetime1">
              <a:rPr lang="en-US" smtClean="0"/>
              <a:pPr/>
              <a:t>3/21/2026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1847871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C35E5011-9B67-D528-E120-F5ABBF8FE5A5}"/>
              </a:ext>
            </a:extLst>
          </p:cNvPr>
          <p:cNvPicPr>
            <a:picLocks noChangeAspect="1"/>
          </p:cNvPicPr>
          <p:nvPr userDrawn="1"/>
        </p:nvPicPr>
        <p:blipFill>
          <a:blip r:embed="rId2">
            <a:extLst>
              <a:ext uri="{28A0092B-C50C-407E-A947-70E740481C1C}">
                <a14:useLocalDpi xmlns:a14="http://schemas.microsoft.com/office/drawing/2010/main" val="0"/>
              </a:ext>
            </a:extLst>
          </a:blip>
          <a:srcRect l="8525" r="1082" b="9618"/>
          <a:stretch>
            <a:fillRect/>
          </a:stretch>
        </p:blipFill>
        <p:spPr>
          <a:xfrm>
            <a:off x="-13716" y="0"/>
            <a:ext cx="12205716" cy="6858000"/>
          </a:xfrm>
          <a:prstGeom prst="rect">
            <a:avLst/>
          </a:prstGeom>
        </p:spPr>
      </p:pic>
      <p:sp>
        <p:nvSpPr>
          <p:cNvPr id="8" name="Title 7">
            <a:extLst>
              <a:ext uri="{FF2B5EF4-FFF2-40B4-BE49-F238E27FC236}">
                <a16:creationId xmlns:a16="http://schemas.microsoft.com/office/drawing/2014/main" id="{C9965342-2954-67DF-2693-F39C0B9F8272}"/>
              </a:ext>
            </a:extLst>
          </p:cNvPr>
          <p:cNvSpPr>
            <a:spLocks noGrp="1"/>
          </p:cNvSpPr>
          <p:nvPr>
            <p:ph type="title"/>
          </p:nvPr>
        </p:nvSpPr>
        <p:spPr>
          <a:xfrm>
            <a:off x="420791" y="426598"/>
            <a:ext cx="9942409" cy="671387"/>
          </a:xfrm>
        </p:spPr>
        <p:txBody>
          <a:bodyPr/>
          <a:lstStyle>
            <a:lvl1pPr>
              <a:defRPr sz="42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FEB4B13F-216B-09EA-9E05-12FBA70B8251}"/>
              </a:ext>
            </a:extLst>
          </p:cNvPr>
          <p:cNvSpPr>
            <a:spLocks noGrp="1"/>
          </p:cNvSpPr>
          <p:nvPr>
            <p:ph type="subTitle" idx="1"/>
          </p:nvPr>
        </p:nvSpPr>
        <p:spPr>
          <a:xfrm>
            <a:off x="433413" y="1097985"/>
            <a:ext cx="3704199" cy="103561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58793" y="6357493"/>
            <a:ext cx="2703777" cy="338328"/>
          </a:xfrm>
        </p:spPr>
        <p:txBody>
          <a:bodyPr/>
          <a:lstStyle>
            <a:lvl1pP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36185" y="6357493"/>
            <a:ext cx="2258646" cy="338328"/>
          </a:xfrm>
        </p:spPr>
        <p:txBody>
          <a:bodyPr/>
          <a:lstStyle>
            <a:lvl1pPr>
              <a:defRPr>
                <a:solidFill>
                  <a:schemeClr val="tx1"/>
                </a:solidFill>
              </a:defRPr>
            </a:lvl1pPr>
          </a:lstStyle>
          <a:p>
            <a:fld id="{5472F7A5-01BF-4366-9757-1F523CD5236A}" type="datetime1">
              <a:rPr lang="en-US" smtClean="0"/>
              <a:pPr/>
              <a:t>3/21/2026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57493"/>
            <a:ext cx="457200"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371954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4">
    <p:spTree>
      <p:nvGrpSpPr>
        <p:cNvPr id="1" name=""/>
        <p:cNvGrpSpPr/>
        <p:nvPr/>
      </p:nvGrpSpPr>
      <p:grpSpPr>
        <a:xfrm>
          <a:off x="0" y="0"/>
          <a:ext cx="0" cy="0"/>
          <a:chOff x="0" y="0"/>
          <a:chExt cx="0" cy="0"/>
        </a:xfrm>
      </p:grpSpPr>
      <p:pic>
        <p:nvPicPr>
          <p:cNvPr id="10" name="Picture 9" descr="A close up of a colorful object&#10;&#10;AI-generated content may be incorrect.">
            <a:extLst>
              <a:ext uri="{FF2B5EF4-FFF2-40B4-BE49-F238E27FC236}">
                <a16:creationId xmlns:a16="http://schemas.microsoft.com/office/drawing/2014/main" id="{056372A1-E778-B10F-98CF-995841167A8A}"/>
              </a:ext>
            </a:extLst>
          </p:cNvPr>
          <p:cNvPicPr>
            <a:picLocks noChangeAspect="1"/>
          </p:cNvPicPr>
          <p:nvPr userDrawn="1"/>
        </p:nvPicPr>
        <p:blipFill>
          <a:blip r:embed="rId2">
            <a:extLst>
              <a:ext uri="{28A0092B-C50C-407E-A947-70E740481C1C}">
                <a14:useLocalDpi xmlns:a14="http://schemas.microsoft.com/office/drawing/2010/main" val="0"/>
              </a:ext>
            </a:extLst>
          </a:blip>
          <a:srcRect l="8084" t="9400" r="1623" b="307"/>
          <a:stretch>
            <a:fillRect/>
          </a:stretch>
        </p:blipFill>
        <p:spPr>
          <a:xfrm>
            <a:off x="0" y="875"/>
            <a:ext cx="12192000" cy="6857125"/>
          </a:xfrm>
          <a:prstGeom prst="rect">
            <a:avLst/>
          </a:prstGeom>
        </p:spPr>
      </p:pic>
      <p:sp>
        <p:nvSpPr>
          <p:cNvPr id="8" name="Title 7">
            <a:extLst>
              <a:ext uri="{FF2B5EF4-FFF2-40B4-BE49-F238E27FC236}">
                <a16:creationId xmlns:a16="http://schemas.microsoft.com/office/drawing/2014/main" id="{7D2650CC-89A0-A174-E856-05805DBC0CDB}"/>
              </a:ext>
            </a:extLst>
          </p:cNvPr>
          <p:cNvSpPr>
            <a:spLocks noGrp="1"/>
          </p:cNvSpPr>
          <p:nvPr>
            <p:ph type="title"/>
          </p:nvPr>
        </p:nvSpPr>
        <p:spPr>
          <a:xfrm>
            <a:off x="420792" y="356684"/>
            <a:ext cx="6346974" cy="2667527"/>
          </a:xfrm>
        </p:spPr>
        <p:txBody>
          <a:bodyPr/>
          <a:lstStyle>
            <a:lvl1pPr>
              <a:defRPr sz="54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1E66F2C5-A94C-40FD-0A7D-A7D695991E66}"/>
              </a:ext>
            </a:extLst>
          </p:cNvPr>
          <p:cNvSpPr>
            <a:spLocks noGrp="1"/>
          </p:cNvSpPr>
          <p:nvPr>
            <p:ph type="subTitle" idx="1"/>
          </p:nvPr>
        </p:nvSpPr>
        <p:spPr>
          <a:xfrm>
            <a:off x="433414" y="5266344"/>
            <a:ext cx="3291920" cy="982055"/>
          </a:xfrm>
        </p:spPr>
        <p:txBody>
          <a:bodyPr vert="horz" lIns="91440" tIns="45720" rIns="91440" bIns="45720" rtlCol="0" anchor="b">
            <a:normAutofit/>
          </a:bodyPr>
          <a:lstStyle>
            <a:lvl1pPr marL="0" indent="0">
              <a:buNone/>
              <a:defRPr lang="en-US" sz="1200" dirty="0">
                <a:solidFill>
                  <a:schemeClr val="tx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22117"/>
            <a:ext cx="2504049" cy="338328"/>
          </a:xfrm>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22117"/>
            <a:ext cx="1146383" cy="338328"/>
          </a:xfrm>
        </p:spPr>
        <p:txBody>
          <a:bodyPr/>
          <a:lstStyle>
            <a:lvl1pPr>
              <a:defRPr>
                <a:solidFill>
                  <a:schemeClr val="tx1"/>
                </a:solidFill>
              </a:defRPr>
            </a:lvl1pPr>
          </a:lstStyle>
          <a:p>
            <a:fld id="{679FB602-DB7A-4B0E-854D-FB51F38BB0AA}" type="datetime1">
              <a:rPr lang="en-US" smtClean="0"/>
              <a:pPr/>
              <a:t>3/21/2026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472526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5">
    <p:spTree>
      <p:nvGrpSpPr>
        <p:cNvPr id="1" name=""/>
        <p:cNvGrpSpPr/>
        <p:nvPr/>
      </p:nvGrpSpPr>
      <p:grpSpPr>
        <a:xfrm>
          <a:off x="0" y="0"/>
          <a:ext cx="0" cy="0"/>
          <a:chOff x="0" y="0"/>
          <a:chExt cx="0" cy="0"/>
        </a:xfrm>
      </p:grpSpPr>
      <p:pic>
        <p:nvPicPr>
          <p:cNvPr id="10" name="Picture 9" descr="A red and purple light&#10;&#10;AI-generated content may be incorrect.">
            <a:extLst>
              <a:ext uri="{FF2B5EF4-FFF2-40B4-BE49-F238E27FC236}">
                <a16:creationId xmlns:a16="http://schemas.microsoft.com/office/drawing/2014/main" id="{34DC879D-8888-CA20-363B-ADD601ABDB14}"/>
              </a:ext>
            </a:extLst>
          </p:cNvPr>
          <p:cNvPicPr>
            <a:picLocks noChangeAspect="1"/>
          </p:cNvPicPr>
          <p:nvPr userDrawn="1"/>
        </p:nvPicPr>
        <p:blipFill>
          <a:blip r:embed="rId2">
            <a:extLst>
              <a:ext uri="{28A0092B-C50C-407E-A947-70E740481C1C}">
                <a14:useLocalDpi xmlns:a14="http://schemas.microsoft.com/office/drawing/2010/main" val="0"/>
              </a:ext>
            </a:extLst>
          </a:blip>
          <a:srcRect l="389" t="34949" r="912"/>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3491" y="2122471"/>
            <a:ext cx="7348909" cy="1672640"/>
          </a:xfrm>
        </p:spPr>
        <p:txBody>
          <a:bodyPr vert="horz" lIns="91440" tIns="45720" rIns="91440" bIns="45720" rtlCol="0" anchor="t">
            <a:normAutofit/>
          </a:bodyPr>
          <a:lstStyle>
            <a:lvl1pPr>
              <a:defRPr lang="en-US" sz="5400" baseline="0" dirty="0">
                <a:solidFill>
                  <a:schemeClr val="tx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16399" y="2122470"/>
            <a:ext cx="2052235" cy="1672640"/>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22284" y="233990"/>
            <a:ext cx="257868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01100" y="216573"/>
            <a:ext cx="1562100" cy="338328"/>
          </a:xfrm>
        </p:spPr>
        <p:txBody>
          <a:bodyPr/>
          <a:lstStyle>
            <a:lvl1pPr>
              <a:defRPr>
                <a:solidFill>
                  <a:schemeClr val="tx1"/>
                </a:solidFill>
              </a:defRPr>
            </a:lvl1pPr>
          </a:lstStyle>
          <a:p>
            <a:fld id="{9192309C-B050-4356-96E7-0276C1563BD7}" type="datetime1">
              <a:rPr lang="en-US" smtClean="0"/>
              <a:pPr/>
              <a:t>3/21/2026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4222400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6">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86116429-CFD9-2016-C240-A97B232DE426}"/>
              </a:ext>
            </a:extLst>
          </p:cNvPr>
          <p:cNvPicPr>
            <a:picLocks noChangeAspect="1"/>
          </p:cNvPicPr>
          <p:nvPr userDrawn="1"/>
        </p:nvPicPr>
        <p:blipFill>
          <a:blip r:embed="rId2">
            <a:extLst>
              <a:ext uri="{28A0092B-C50C-407E-A947-70E740481C1C}">
                <a14:useLocalDpi xmlns:a14="http://schemas.microsoft.com/office/drawing/2010/main" val="0"/>
              </a:ext>
            </a:extLst>
          </a:blip>
          <a:srcRect l="17111" t="2700" r="25757" b="19631"/>
          <a:stretch>
            <a:fillRect/>
          </a:stretch>
        </p:blipFill>
        <p:spPr>
          <a:xfrm rot="10800000" flipH="1">
            <a:off x="0" y="-1713"/>
            <a:ext cx="12205716"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66693" y="2705100"/>
            <a:ext cx="11562393" cy="4152900"/>
          </a:xfrm>
        </p:spPr>
        <p:txBody>
          <a:bodyPr vert="horz" lIns="91440" tIns="45720" rIns="91440" bIns="45720" rtlCol="0" anchor="b">
            <a:normAutofit/>
          </a:bodyPr>
          <a:lstStyle>
            <a:lvl1pPr>
              <a:defRPr lang="en-US" sz="11500" baseline="0" dirty="0">
                <a:solidFill>
                  <a:schemeClr val="tx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53135" y="564350"/>
            <a:ext cx="3645744" cy="905862"/>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9462" y="197680"/>
            <a:ext cx="2561771" cy="338328"/>
          </a:xfrm>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706100" y="209088"/>
            <a:ext cx="1022986" cy="338328"/>
          </a:xfrm>
        </p:spPr>
        <p:txBody>
          <a:bodyPr/>
          <a:lstStyle>
            <a:lvl1pPr>
              <a:defRPr>
                <a:solidFill>
                  <a:schemeClr val="tx1"/>
                </a:solidFill>
              </a:defRPr>
            </a:lvl1pPr>
          </a:lstStyle>
          <a:p>
            <a:fld id="{EFFF4B2E-F868-48E9-9355-A1AA601AAA8B}" type="datetime1">
              <a:rPr lang="en-US" smtClean="0"/>
              <a:pPr/>
              <a:t>3/21/2026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753031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5" name="Title 4">
            <a:extLst>
              <a:ext uri="{FF2B5EF4-FFF2-40B4-BE49-F238E27FC236}">
                <a16:creationId xmlns:a16="http://schemas.microsoft.com/office/drawing/2014/main" id="{F6AD7145-734D-256B-1335-1014B6A328FF}"/>
              </a:ext>
            </a:extLst>
          </p:cNvPr>
          <p:cNvSpPr>
            <a:spLocks noGrp="1"/>
          </p:cNvSpPr>
          <p:nvPr>
            <p:ph type="title"/>
          </p:nvPr>
        </p:nvSpPr>
        <p:spPr>
          <a:xfrm>
            <a:off x="0" y="0"/>
            <a:ext cx="12188952" cy="3429000"/>
          </a:xfrm>
          <a:gradFill>
            <a:gsLst>
              <a:gs pos="55000">
                <a:srgbClr val="000000">
                  <a:alpha val="53000"/>
                </a:srgbClr>
              </a:gs>
              <a:gs pos="87000">
                <a:srgbClr val="000000">
                  <a:alpha val="63922"/>
                </a:srgbClr>
              </a:gs>
              <a:gs pos="23000">
                <a:srgbClr val="000000">
                  <a:alpha val="0"/>
                </a:srgbClr>
              </a:gs>
            </a:gsLst>
            <a:lin ang="15900000" scaled="0"/>
          </a:gradFill>
        </p:spPr>
        <p:txBody>
          <a:bodyPr lIns="457200" tIns="685800" rIns="5029200" bIns="0"/>
          <a:lstStyle>
            <a:lvl1pPr>
              <a:defRPr sz="4000">
                <a:solidFill>
                  <a:schemeClr val="tx1"/>
                </a:solidFill>
              </a:defRPr>
            </a:lvl1pPr>
          </a:lstStyle>
          <a:p>
            <a:r>
              <a:rPr lang="en-US" dirty="0"/>
              <a:t>Click to edit Master title style</a:t>
            </a:r>
          </a:p>
        </p:txBody>
      </p:sp>
      <p:sp>
        <p:nvSpPr>
          <p:cNvPr id="10" name="Subtitle 2">
            <a:extLst>
              <a:ext uri="{FF2B5EF4-FFF2-40B4-BE49-F238E27FC236}">
                <a16:creationId xmlns:a16="http://schemas.microsoft.com/office/drawing/2014/main" id="{5C312AD0-A2D2-0388-F1F0-E17A9F78932E}"/>
              </a:ext>
            </a:extLst>
          </p:cNvPr>
          <p:cNvSpPr>
            <a:spLocks noGrp="1"/>
          </p:cNvSpPr>
          <p:nvPr>
            <p:ph type="subTitle" idx="1"/>
          </p:nvPr>
        </p:nvSpPr>
        <p:spPr>
          <a:xfrm>
            <a:off x="8324192" y="-1"/>
            <a:ext cx="3740652" cy="3050627"/>
          </a:xfrm>
        </p:spPr>
        <p:txBody>
          <a:bodyPr vert="horz" lIns="594360" tIns="685800" rIns="320040" bIns="0" rtlCol="0" anchor="t">
            <a:normAutofit/>
          </a:bodyPr>
          <a:lstStyle>
            <a:lvl1pPr marL="0" indent="0">
              <a:buNone/>
              <a:defRPr lang="en-US" sz="1400" dirty="0">
                <a:solidFill>
                  <a:schemeClr val="tx1"/>
                </a:solidFill>
              </a:defRPr>
            </a:lvl1pPr>
          </a:lstStyle>
          <a:p>
            <a:pPr lvl="0"/>
            <a:r>
              <a:rPr lang="en-US" dirty="0"/>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Sample Footer Text</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10065" y="219456"/>
            <a:ext cx="1905000" cy="365760"/>
          </a:xfrm>
        </p:spPr>
        <p:txBody>
          <a:bodyPr/>
          <a:lstStyle>
            <a:lvl1pPr>
              <a:defRPr>
                <a:solidFill>
                  <a:schemeClr val="tx1"/>
                </a:solidFill>
              </a:defRPr>
            </a:lvl1pPr>
          </a:lstStyle>
          <a:p>
            <a:fld id="{21560963-1EEA-4BDE-8FF9-3FEE13B5D43C}" type="datetime1">
              <a:rPr lang="en-US" smtClean="0"/>
              <a:pPr/>
              <a:t>3/21/2026</a:t>
            </a:fld>
            <a:endParaRPr lang="en-US" dirty="0"/>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288609" y="215988"/>
            <a:ext cx="555948" cy="337198"/>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95302303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5" name="Title 4">
            <a:extLst>
              <a:ext uri="{FF2B5EF4-FFF2-40B4-BE49-F238E27FC236}">
                <a16:creationId xmlns:a16="http://schemas.microsoft.com/office/drawing/2014/main" id="{AEDC0447-22FD-BF05-BC68-3FDEDEDFC540}"/>
              </a:ext>
            </a:extLst>
          </p:cNvPr>
          <p:cNvSpPr>
            <a:spLocks noGrp="1"/>
          </p:cNvSpPr>
          <p:nvPr>
            <p:ph type="title"/>
          </p:nvPr>
        </p:nvSpPr>
        <p:spPr>
          <a:xfrm>
            <a:off x="1" y="0"/>
            <a:ext cx="5323784" cy="6858000"/>
          </a:xfrm>
          <a:gradFill>
            <a:gsLst>
              <a:gs pos="41000">
                <a:srgbClr val="000000">
                  <a:alpha val="46000"/>
                </a:srgbClr>
              </a:gs>
              <a:gs pos="71000">
                <a:srgbClr val="000000">
                  <a:alpha val="58000"/>
                </a:srgbClr>
              </a:gs>
              <a:gs pos="100000">
                <a:srgbClr val="000000">
                  <a:alpha val="61000"/>
                </a:srgbClr>
              </a:gs>
              <a:gs pos="10000">
                <a:srgbClr val="000000">
                  <a:alpha val="0"/>
                </a:srgbClr>
              </a:gs>
            </a:gsLst>
            <a:lin ang="10800000" scaled="0"/>
          </a:gradFill>
        </p:spPr>
        <p:txBody>
          <a:bodyPr lIns="457200" tIns="1371600" rIns="822960" bIns="914400" anchor="b"/>
          <a:lstStyle>
            <a:lvl1pPr>
              <a:defRPr sz="4000">
                <a:solidFill>
                  <a:schemeClr val="tx1"/>
                </a:solidFill>
              </a:defRPr>
            </a:lvl1pPr>
          </a:lstStyle>
          <a:p>
            <a:r>
              <a:rPr lang="en-US" dirty="0"/>
              <a:t>Click to edit Master title style</a:t>
            </a:r>
          </a:p>
        </p:txBody>
      </p:sp>
      <p:sp>
        <p:nvSpPr>
          <p:cNvPr id="10" name="Subtitle 2">
            <a:extLst>
              <a:ext uri="{FF2B5EF4-FFF2-40B4-BE49-F238E27FC236}">
                <a16:creationId xmlns:a16="http://schemas.microsoft.com/office/drawing/2014/main" id="{3A1999F2-A538-F369-DF48-BB68DFFF8D80}"/>
              </a:ext>
            </a:extLst>
          </p:cNvPr>
          <p:cNvSpPr>
            <a:spLocks noGrp="1"/>
          </p:cNvSpPr>
          <p:nvPr>
            <p:ph type="subTitle" idx="1"/>
          </p:nvPr>
        </p:nvSpPr>
        <p:spPr>
          <a:xfrm>
            <a:off x="419099" y="6032498"/>
            <a:ext cx="4419599" cy="579757"/>
          </a:xfrm>
        </p:spPr>
        <p:txBody>
          <a:bodyPr vert="horz" lIns="91440" tIns="0" rIns="91440" bIns="0" rtlCol="0" anchor="t">
            <a:normAutofit/>
          </a:bodyPr>
          <a:lstStyle>
            <a:lvl1pPr marL="0" indent="0">
              <a:lnSpc>
                <a:spcPct val="120000"/>
              </a:lnSpc>
              <a:buNone/>
              <a:defRPr lang="en-US" sz="1400" dirty="0">
                <a:solidFill>
                  <a:schemeClr val="tx1"/>
                </a:solidFill>
              </a:defRPr>
            </a:lvl1pPr>
          </a:lstStyle>
          <a:p>
            <a:pPr lvl="0"/>
            <a:r>
              <a:rPr lang="en-US" dirty="0"/>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01100" y="213072"/>
            <a:ext cx="1905000" cy="365760"/>
          </a:xfrm>
        </p:spPr>
        <p:txBody>
          <a:bodyPr/>
          <a:lstStyle>
            <a:lvl1pPr>
              <a:defRPr>
                <a:solidFill>
                  <a:schemeClr val="tx1"/>
                </a:solidFill>
              </a:defRPr>
            </a:lvl1pPr>
          </a:lstStyle>
          <a:p>
            <a:fld id="{21560963-1EEA-4BDE-8FF9-3FEE13B5D43C}" type="datetime1">
              <a:rPr lang="en-US" smtClean="0"/>
              <a:pPr/>
              <a:t>3/21/2026</a:t>
            </a:fld>
            <a:endParaRPr lang="en-US" dirty="0"/>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5988"/>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361170046"/>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dirty="0"/>
              <a:t>Click to edit Master title style</a:t>
            </a:r>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dirty="0"/>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21560963-1EEA-4BDE-8FF9-3FEE13B5D43C}" type="datetime1">
              <a:rPr lang="en-US" smtClean="0"/>
              <a:pPr/>
              <a:t>3/21/2026</a:t>
            </a:fld>
            <a:endParaRPr lang="en-US" dirty="0"/>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880386913"/>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4643" y="1114447"/>
            <a:ext cx="5442757" cy="2921525"/>
          </a:xfrm>
        </p:spPr>
        <p:txBody>
          <a:bodyPr vert="horz" lIns="91440" tIns="45720" rIns="91440" bIns="45720" rtlCol="0" anchor="t">
            <a:normAutofit/>
          </a:bodyPr>
          <a:lstStyle>
            <a:lvl1pPr>
              <a:defRPr lang="en-US" sz="6000" baseline="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5468" y="4993008"/>
            <a:ext cx="3972704" cy="1247994"/>
          </a:xfrm>
        </p:spPr>
        <p:txBody>
          <a:bodyPr vert="horz" lIns="91440" tIns="45720" rIns="91440" bIns="45720" rtlCol="0" anchor="b">
            <a:normAutofit/>
          </a:bodyPr>
          <a:lstStyle>
            <a:lvl1pPr marL="0" indent="0">
              <a:buNone/>
              <a:defRPr lang="en-US" sz="1400">
                <a:solidFill>
                  <a:schemeClr val="tx2"/>
                </a:solidFill>
              </a:defRPr>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2605" y="215057"/>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775989" y="215057"/>
            <a:ext cx="1537060" cy="338328"/>
          </a:xfrm>
        </p:spPr>
        <p:txBody>
          <a:bodyPr/>
          <a:lstStyle>
            <a:lvl1pPr>
              <a:defRPr>
                <a:solidFill>
                  <a:schemeClr val="tx2"/>
                </a:solidFill>
                <a:effectLst/>
              </a:defRPr>
            </a:lvl1pPr>
          </a:lstStyle>
          <a:p>
            <a:fld id="{28EA85A9-CA9F-4339-89EF-28F09ED3FE86}" type="datetime1">
              <a:rPr lang="en-US" smtClean="0"/>
              <a:pPr/>
              <a:t>3/21/2026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01909" y="215057"/>
            <a:ext cx="540412"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7" name="Picture Placeholder 6">
            <a:extLst>
              <a:ext uri="{FF2B5EF4-FFF2-40B4-BE49-F238E27FC236}">
                <a16:creationId xmlns:a16="http://schemas.microsoft.com/office/drawing/2014/main" id="{28C1F583-2497-2836-36DF-2076DFFFBA5A}"/>
              </a:ext>
            </a:extLst>
          </p:cNvPr>
          <p:cNvSpPr>
            <a:spLocks noGrp="1"/>
          </p:cNvSpPr>
          <p:nvPr>
            <p:ph type="pic" sz="quarter" idx="13" hasCustomPrompt="1"/>
          </p:nvPr>
        </p:nvSpPr>
        <p:spPr>
          <a:xfrm>
            <a:off x="7783830" y="1181100"/>
            <a:ext cx="4408170" cy="5701208"/>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744259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812872" y="1115568"/>
            <a:ext cx="2960028" cy="3684766"/>
          </a:xfrm>
        </p:spPr>
        <p:txBody>
          <a:bodyPr vert="horz" lIns="91440" tIns="45720" rIns="91440" bIns="45720" rtlCol="0" anchor="t">
            <a:normAutofit/>
          </a:bodyPr>
          <a:lstStyle>
            <a:lvl1pPr>
              <a:defRPr lang="en-US" sz="36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04423" y="5004262"/>
            <a:ext cx="2968477" cy="1244138"/>
          </a:xfrm>
        </p:spPr>
        <p:txBody>
          <a:bodyPr vert="horz" lIns="91440" tIns="45720" rIns="91440" bIns="45720" rtlCol="0" anchor="b">
            <a:normAutofit/>
          </a:bodyPr>
          <a:lstStyle>
            <a:lvl1pPr marL="0" indent="0">
              <a:buNone/>
              <a:defRPr lang="en-US" sz="14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19100" y="219456"/>
            <a:ext cx="2597858"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12872" y="219456"/>
            <a:ext cx="1550328" cy="338328"/>
          </a:xfrm>
        </p:spPr>
        <p:txBody>
          <a:bodyPr/>
          <a:lstStyle>
            <a:lvl1pPr>
              <a:defRPr>
                <a:solidFill>
                  <a:schemeClr val="tx2"/>
                </a:solidFill>
                <a:effectLst/>
              </a:defRPr>
            </a:lvl1pPr>
          </a:lstStyle>
          <a:p>
            <a:fld id="{2D904F51-6E72-42BA-AFA1-975939F2ADF3}" type="datetime1">
              <a:rPr lang="en-US" smtClean="0"/>
              <a:pPr/>
              <a:t>3/21/2026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13129" y="219456"/>
            <a:ext cx="539588"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8" name="Picture Placeholder 7">
            <a:extLst>
              <a:ext uri="{FF2B5EF4-FFF2-40B4-BE49-F238E27FC236}">
                <a16:creationId xmlns:a16="http://schemas.microsoft.com/office/drawing/2014/main" id="{284B0817-C121-ACE0-AD00-44CE39241777}"/>
              </a:ext>
            </a:extLst>
          </p:cNvPr>
          <p:cNvSpPr>
            <a:spLocks noGrp="1"/>
          </p:cNvSpPr>
          <p:nvPr>
            <p:ph type="pic" sz="quarter" idx="13" hasCustomPrompt="1"/>
          </p:nvPr>
        </p:nvSpPr>
        <p:spPr>
          <a:xfrm>
            <a:off x="1" y="1181099"/>
            <a:ext cx="8367452" cy="5685213"/>
          </a:xfrm>
          <a:custGeom>
            <a:avLst/>
            <a:gdLst>
              <a:gd name="connsiteX0" fmla="*/ 0 w 6769976"/>
              <a:gd name="connsiteY0" fmla="*/ 0 h 5895164"/>
              <a:gd name="connsiteX1" fmla="*/ 6769976 w 6769976"/>
              <a:gd name="connsiteY1" fmla="*/ 0 h 5895164"/>
              <a:gd name="connsiteX2" fmla="*/ 6769976 w 6769976"/>
              <a:gd name="connsiteY2" fmla="*/ 5895164 h 5895164"/>
              <a:gd name="connsiteX3" fmla="*/ 0 w 6769976"/>
              <a:gd name="connsiteY3" fmla="*/ 5895164 h 5895164"/>
            </a:gdLst>
            <a:ahLst/>
            <a:cxnLst>
              <a:cxn ang="0">
                <a:pos x="connsiteX0" y="connsiteY0"/>
              </a:cxn>
              <a:cxn ang="0">
                <a:pos x="connsiteX1" y="connsiteY1"/>
              </a:cxn>
              <a:cxn ang="0">
                <a:pos x="connsiteX2" y="connsiteY2"/>
              </a:cxn>
              <a:cxn ang="0">
                <a:pos x="connsiteX3" y="connsiteY3"/>
              </a:cxn>
            </a:cxnLst>
            <a:rect l="l" t="t" r="r" b="b"/>
            <a:pathLst>
              <a:path w="6769976" h="5895164">
                <a:moveTo>
                  <a:pt x="0" y="0"/>
                </a:moveTo>
                <a:lnTo>
                  <a:pt x="6769976" y="0"/>
                </a:lnTo>
                <a:lnTo>
                  <a:pt x="6769976" y="5895164"/>
                </a:lnTo>
                <a:lnTo>
                  <a:pt x="0" y="58951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4302621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76903" y="4822407"/>
            <a:ext cx="6925432" cy="1351342"/>
          </a:xfrm>
        </p:spPr>
        <p:txBody>
          <a:bodyPr vert="horz" lIns="91440" tIns="45720" rIns="91440" bIns="45720" rtlCol="0" anchor="t">
            <a:normAutofit/>
          </a:bodyPr>
          <a:lstStyle>
            <a:lvl1pPr>
              <a:defRPr lang="en-US" sz="43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235224" y="4822406"/>
            <a:ext cx="2724238" cy="1351342"/>
          </a:xfrm>
        </p:spPr>
        <p:txBody>
          <a:bodyPr vert="horz" lIns="91440" tIns="45720" rIns="91440" bIns="45720" rtlCol="0" anchor="t">
            <a:normAutofit/>
          </a:bodyPr>
          <a:lstStyle>
            <a:lvl1pPr marL="0" indent="0">
              <a:buNone/>
              <a:defRPr lang="en-US" sz="1400" dirty="0">
                <a:solidFill>
                  <a:schemeClr val="tx2"/>
                </a:solidFill>
              </a:defRPr>
            </a:lvl1pPr>
          </a:lstStyle>
          <a:p>
            <a:pPr lvl="0"/>
            <a:r>
              <a:rPr lang="en-US"/>
              <a:t>Click to edit Master subtitle style</a:t>
            </a:r>
          </a:p>
        </p:txBody>
      </p:sp>
      <p:sp>
        <p:nvSpPr>
          <p:cNvPr id="7" name="Picture Placeholder 6">
            <a:extLst>
              <a:ext uri="{FF2B5EF4-FFF2-40B4-BE49-F238E27FC236}">
                <a16:creationId xmlns:a16="http://schemas.microsoft.com/office/drawing/2014/main" id="{978C40B5-A026-132B-C915-2335F94E4A5C}"/>
              </a:ext>
            </a:extLst>
          </p:cNvPr>
          <p:cNvSpPr>
            <a:spLocks noGrp="1"/>
          </p:cNvSpPr>
          <p:nvPr>
            <p:ph type="pic" sz="quarter" idx="13" hasCustomPrompt="1"/>
          </p:nvPr>
        </p:nvSpPr>
        <p:spPr>
          <a:xfrm>
            <a:off x="1866900" y="0"/>
            <a:ext cx="10325100" cy="4653649"/>
          </a:xfrm>
          <a:blipFill>
            <a:blip r:embed="rId2">
              <a:alphaModFix amt="65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76903" y="6447496"/>
            <a:ext cx="2140360"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224" y="6451888"/>
            <a:ext cx="1581238" cy="338328"/>
          </a:xfrm>
        </p:spPr>
        <p:txBody>
          <a:bodyPr/>
          <a:lstStyle>
            <a:lvl1pPr algn="l">
              <a:defRPr>
                <a:solidFill>
                  <a:schemeClr val="tx2"/>
                </a:solidFill>
                <a:effectLst/>
              </a:defRPr>
            </a:lvl1pPr>
          </a:lstStyle>
          <a:p>
            <a:fld id="{096358FC-80A5-41A4-8D07-88F12E18DF82}" type="datetime1">
              <a:rPr lang="en-US" smtClean="0"/>
              <a:pPr/>
              <a:t>3/21/2026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80357" y="6451888"/>
            <a:ext cx="457200" cy="338328"/>
          </a:xfrm>
        </p:spPr>
        <p:txBody>
          <a:bodyPr/>
          <a:lstStyle>
            <a:lvl1pPr>
              <a:defRPr>
                <a:solidFill>
                  <a:schemeClr val="tx2"/>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9914020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71006E0F-42A5-451E-8A36-26756F7C34E0}" type="datetime1">
              <a:rPr lang="en-US" smtClean="0"/>
              <a:pPr/>
              <a:t>3/21/2026</a:t>
            </a:fld>
            <a:endParaRPr lang="en-US" dirty="0"/>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780051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pic>
        <p:nvPicPr>
          <p:cNvPr id="7" name="Picture 6" descr="A close up of a pink and purple light&#10;&#10;AI-generated content may be incorrect.">
            <a:extLst>
              <a:ext uri="{FF2B5EF4-FFF2-40B4-BE49-F238E27FC236}">
                <a16:creationId xmlns:a16="http://schemas.microsoft.com/office/drawing/2014/main" id="{B984133B-2ACD-DC2E-DD48-CC86F40637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6416" y="219456"/>
            <a:ext cx="1494156" cy="338328"/>
          </a:xfrm>
        </p:spPr>
        <p:txBody>
          <a:bodyPr/>
          <a:lstStyle>
            <a:lvl1pPr>
              <a:defRPr>
                <a:solidFill>
                  <a:schemeClr val="tx1"/>
                </a:solidFill>
              </a:defRPr>
            </a:lvl1pPr>
          </a:lstStyle>
          <a:p>
            <a:fld id="{71006E0F-42A5-451E-8A36-26756F7C34E0}" type="datetime1">
              <a:rPr lang="en-US" smtClean="0"/>
              <a:pPr/>
              <a:t>3/21/2026</a:t>
            </a:fld>
            <a:endParaRPr lang="en-US" dirty="0"/>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899343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a:solidFill>
                <a:schemeClr val="tx1"/>
              </a:solidFill>
            </a:endParaRP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22922ABD-C052-4D3A-818B-C58AFC20B321}" type="datetime1">
              <a:rPr lang="en-US" smtClean="0"/>
              <a:pPr/>
              <a:t>3/21/2026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51338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8AD56A61-7CC3-3597-02EB-CC5DE117DB59}"/>
              </a:ext>
            </a:extLst>
          </p:cNvPr>
          <p:cNvPicPr>
            <a:picLocks noChangeAspect="1"/>
          </p:cNvPicPr>
          <p:nvPr userDrawn="1"/>
        </p:nvPicPr>
        <p:blipFill>
          <a:blip r:embed="rId2">
            <a:extLst>
              <a:ext uri="{28A0092B-C50C-407E-A947-70E740481C1C}">
                <a14:useLocalDpi xmlns:a14="http://schemas.microsoft.com/office/drawing/2010/main" val="0"/>
              </a:ext>
            </a:extLst>
          </a:blip>
          <a:srcRect l="25858" t="8959" r="915" b="25228"/>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7" y="915709"/>
            <a:ext cx="11404534" cy="1604654"/>
          </a:xfrm>
        </p:spPr>
        <p:txBody>
          <a:bodyPr anchor="t">
            <a:normAutofit/>
          </a:bodyPr>
          <a:lstStyle>
            <a:lvl1pPr>
              <a:defRPr sz="8800" baseline="0">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2922ABD-C052-4D3A-818B-C58AFC20B321}" type="datetime1">
              <a:rPr lang="en-US" smtClean="0"/>
              <a:pPr/>
              <a:t>3/21/2026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72400" y="2705100"/>
            <a:ext cx="4000500" cy="3682028"/>
          </a:xfrm>
        </p:spPr>
        <p:txBody>
          <a:bodyPr vert="horz" lIns="91440" tIns="45720" rIns="91440" bIns="45720" rtlCol="0" anchor="b">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87234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userDrawn="1"/>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dirty="0"/>
              <a:t>Click to edit Master title style</a:t>
            </a:r>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348FC9B1-6F61-4A8F-9F5E-715654075A93}" type="datetime1">
              <a:rPr lang="en-US" smtClean="0"/>
              <a:pPr/>
              <a:t>3/21/2026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dirty="0"/>
              <a:t>Click to edit Master text styles</a:t>
            </a:r>
          </a:p>
          <a:p>
            <a:pPr marL="228600" lvl="1" indent="-228600"/>
            <a:r>
              <a:rPr lang="en-US" dirty="0"/>
              <a:t>Second level</a:t>
            </a:r>
          </a:p>
          <a:p>
            <a:pPr marL="228600" lvl="2" indent="-228600"/>
            <a:r>
              <a:rPr lang="en-US" dirty="0"/>
              <a:t>Third level</a:t>
            </a:r>
          </a:p>
          <a:p>
            <a:pPr marL="228600" lvl="3" indent="-228600"/>
            <a:r>
              <a:rPr lang="en-US" dirty="0"/>
              <a:t>Fourth level</a:t>
            </a:r>
          </a:p>
          <a:p>
            <a:pPr marL="228600" lvl="4" indent="-228600"/>
            <a:r>
              <a:rPr lang="en-US" dirty="0"/>
              <a:t>Fifth level</a:t>
            </a:r>
          </a:p>
        </p:txBody>
      </p:sp>
    </p:spTree>
    <p:extLst>
      <p:ext uri="{BB962C8B-B14F-4D97-AF65-F5344CB8AC3E}">
        <p14:creationId xmlns:p14="http://schemas.microsoft.com/office/powerpoint/2010/main" val="6870317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pic>
        <p:nvPicPr>
          <p:cNvPr id="3" name="Picture 2" descr="A close up of a colorful object&#10;&#10;AI-generated content may be incorrect.">
            <a:extLst>
              <a:ext uri="{FF2B5EF4-FFF2-40B4-BE49-F238E27FC236}">
                <a16:creationId xmlns:a16="http://schemas.microsoft.com/office/drawing/2014/main" id="{BA44554C-C893-3987-6CAA-1AE3D3275AC2}"/>
              </a:ext>
            </a:extLst>
          </p:cNvPr>
          <p:cNvPicPr>
            <a:picLocks noChangeAspect="1"/>
          </p:cNvPicPr>
          <p:nvPr userDrawn="1"/>
        </p:nvPicPr>
        <p:blipFill>
          <a:blip r:embed="rId2">
            <a:extLst>
              <a:ext uri="{28A0092B-C50C-407E-A947-70E740481C1C}">
                <a14:useLocalDpi xmlns:a14="http://schemas.microsoft.com/office/drawing/2010/main" val="0"/>
              </a:ext>
            </a:extLst>
          </a:blip>
          <a:srcRect l="34188" r="1" b="13701"/>
          <a:stretch>
            <a:fillRect/>
          </a:stretch>
        </p:blipFill>
        <p:spPr>
          <a:xfrm rot="5400000" flipV="1">
            <a:off x="2667000" y="-2667000"/>
            <a:ext cx="6858000" cy="12192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762539"/>
            <a:ext cx="3987207" cy="2073091"/>
          </a:xfrm>
        </p:spPr>
        <p:txBody>
          <a:bodyPr anchor="t">
            <a:normAutofit/>
          </a:bodyPr>
          <a:lstStyle>
            <a:lvl1pPr>
              <a:defRPr sz="30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1993" y="214858"/>
            <a:ext cx="1522740" cy="338328"/>
          </a:xfrm>
        </p:spPr>
        <p:txBody>
          <a:bodyPr/>
          <a:lstStyle>
            <a:lvl1pPr>
              <a:defRPr>
                <a:solidFill>
                  <a:schemeClr val="tx1"/>
                </a:solidFill>
              </a:defRPr>
            </a:lvl1pPr>
          </a:lstStyle>
          <a:p>
            <a:fld id="{2C034B68-E20D-4A56-8B99-0EF3081FA97A}" type="datetime1">
              <a:rPr lang="en-US" smtClean="0"/>
              <a:pPr/>
              <a:t>3/21/2026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4851993" y="1762539"/>
            <a:ext cx="3482340" cy="2073091"/>
          </a:xfrm>
        </p:spPr>
        <p:txBody>
          <a:bodyPr vert="horz" lIns="91440" tIns="45720" rIns="91440" bIns="45720" rtlCol="0">
            <a:normAutofit/>
          </a:bodyPr>
          <a:lstStyle>
            <a:lvl1pPr marL="0" indent="0">
              <a:buNone/>
              <a:defRPr lang="en-US" dirty="0">
                <a:solidFill>
                  <a:schemeClr val="tx1"/>
                </a:solidFill>
              </a:defRPr>
            </a:lvl1pPr>
            <a:lvl2pPr marL="228600" indent="0">
              <a:buNone/>
              <a:defRPr lang="en-US" dirty="0">
                <a:solidFill>
                  <a:schemeClr val="tx1"/>
                </a:solidFill>
              </a:defRPr>
            </a:lvl2pPr>
            <a:lvl3pPr marL="457200" indent="0">
              <a:buNone/>
              <a:defRPr lang="en-US" dirty="0">
                <a:solidFill>
                  <a:schemeClr val="tx1"/>
                </a:solidFill>
              </a:defRPr>
            </a:lvl3pPr>
            <a:lvl4pPr marL="685800" indent="0">
              <a:buNone/>
              <a:defRPr lang="en-US" dirty="0">
                <a:solidFill>
                  <a:schemeClr val="tx1"/>
                </a:solidFill>
              </a:defRPr>
            </a:lvl4pPr>
            <a:lvl5pPr marL="914400" indent="0">
              <a:buNone/>
              <a:defRPr lang="en-US" dirty="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801589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pic>
        <p:nvPicPr>
          <p:cNvPr id="7" name="Picture 6" descr="A close up of a colorful object&#10;&#10;AI-generated content may be incorrect.">
            <a:extLst>
              <a:ext uri="{FF2B5EF4-FFF2-40B4-BE49-F238E27FC236}">
                <a16:creationId xmlns:a16="http://schemas.microsoft.com/office/drawing/2014/main" id="{B193FB30-082C-50CD-EEC9-7D410FFB62CF}"/>
              </a:ext>
            </a:extLst>
          </p:cNvPr>
          <p:cNvPicPr>
            <a:picLocks noChangeAspect="1"/>
          </p:cNvPicPr>
          <p:nvPr userDrawn="1"/>
        </p:nvPicPr>
        <p:blipFill>
          <a:blip r:embed="rId2">
            <a:extLst>
              <a:ext uri="{28A0092B-C50C-407E-A947-70E740481C1C}">
                <a14:useLocalDpi xmlns:a14="http://schemas.microsoft.com/office/drawing/2010/main" val="0"/>
              </a:ext>
            </a:extLst>
          </a:blip>
          <a:srcRect l="-38257" t="5088" r="86" b="21926"/>
          <a:stretch>
            <a:fillRect/>
          </a:stretch>
        </p:blipFill>
        <p:spPr>
          <a:xfrm flipH="1">
            <a:off x="0" y="0"/>
            <a:ext cx="12192000" cy="6855178"/>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404380" y="1276990"/>
            <a:ext cx="5385079" cy="985658"/>
          </a:xfrm>
        </p:spPr>
        <p:txBody>
          <a:bodyPr anchor="b"/>
          <a:lstStyle>
            <a:lvl1pPr>
              <a:defRPr>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412904" y="214858"/>
            <a:ext cx="2514600" cy="338328"/>
          </a:xfrm>
        </p:spPr>
        <p:txBody>
          <a:bodyPr/>
          <a:lstStyle>
            <a:lvl1pPr>
              <a:defRPr>
                <a:solidFill>
                  <a:schemeClr val="tx1"/>
                </a:solidFill>
              </a:defRPr>
            </a:lvl1pPr>
          </a:lstStyle>
          <a:p>
            <a:fld id="{44BE14B8-5058-4271-B378-2217DE83796E}" type="datetime1">
              <a:rPr lang="en-US" smtClean="0"/>
              <a:pPr/>
              <a:t>3/21/2026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412904" y="2471736"/>
            <a:ext cx="5385079" cy="349312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88966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userDrawn="1"/>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44BE14B8-5058-4271-B378-2217DE83796E}" type="datetime1">
              <a:rPr lang="en-US" smtClean="0"/>
              <a:pPr/>
              <a:t>3/21/2026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893514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A9C84165-A857-83C5-C6BE-C4EB68C90637}"/>
              </a:ext>
            </a:extLst>
          </p:cNvPr>
          <p:cNvPicPr>
            <a:picLocks noChangeAspect="1"/>
          </p:cNvPicPr>
          <p:nvPr userDrawn="1"/>
        </p:nvPicPr>
        <p:blipFill>
          <a:blip r:embed="rId2">
            <a:extLst>
              <a:ext uri="{28A0092B-C50C-407E-A947-70E740481C1C}">
                <a14:useLocalDpi xmlns:a14="http://schemas.microsoft.com/office/drawing/2010/main" val="0"/>
              </a:ext>
            </a:extLst>
          </a:blip>
          <a:srcRect t="29759"/>
          <a:stretch>
            <a:fillRect/>
          </a:stretch>
        </p:blipFill>
        <p:spPr>
          <a:xfrm flipH="1">
            <a:off x="0" y="2040834"/>
            <a:ext cx="12192000" cy="4817165"/>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47800" y="1946412"/>
            <a:ext cx="2971800" cy="3192118"/>
          </a:xfrm>
        </p:spPr>
        <p:txBody>
          <a:bodyPr anchor="t">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38700" y="214858"/>
            <a:ext cx="2452852" cy="338328"/>
          </a:xfrm>
        </p:spPr>
        <p:txBody>
          <a:bodyPr/>
          <a:lstStyle>
            <a:lvl1pPr>
              <a:defRPr>
                <a:solidFill>
                  <a:schemeClr val="tx1"/>
                </a:solidFill>
              </a:defRPr>
            </a:lvl1pPr>
          </a:lstStyle>
          <a:p>
            <a:fld id="{28C06331-6E41-42DD-926E-C670E485C891}" type="datetime1">
              <a:rPr lang="en-US" smtClean="0"/>
              <a:pPr/>
              <a:t>3/21/2026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838700" y="1946413"/>
            <a:ext cx="5189220" cy="3192118"/>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66498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6">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06CB2F34-49A1-4C07-91D5-90BE967306D3}" type="datetime1">
              <a:rPr lang="en-US" smtClean="0"/>
              <a:pPr/>
              <a:t>3/21/2026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766005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8" y="1828800"/>
            <a:ext cx="8496302" cy="1010093"/>
          </a:xfrm>
        </p:spPr>
        <p:txBody>
          <a:bodyPr anchor="b">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30B0CD9-4253-4E22-9BCD-0DF67297DF8E}" type="datetime1">
              <a:rPr lang="en-US" smtClean="0"/>
              <a:pPr/>
              <a:t>3/21/2026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866900" y="3168292"/>
            <a:ext cx="8496300" cy="2625406"/>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79987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3667167" cy="2889283"/>
          </a:xfrm>
        </p:spPr>
        <p:txBody>
          <a:bodyPr vert="horz" lIns="91440" tIns="45720" rIns="91440" bIns="45720" rtlCol="0" anchor="t">
            <a:normAutofit/>
          </a:bodyPr>
          <a:lstStyle>
            <a:lvl1pPr>
              <a:defRPr lang="en-US" dirty="0"/>
            </a:lvl1pPr>
          </a:lstStyle>
          <a:p>
            <a:pPr lvl="0"/>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7677" y="214858"/>
            <a:ext cx="1522740" cy="338328"/>
          </a:xfrm>
        </p:spPr>
        <p:txBody>
          <a:bodyPr/>
          <a:lstStyle/>
          <a:p>
            <a:fld id="{81C379B3-3585-4FAF-BD63-57B9BB47E12C}" type="datetime1">
              <a:rPr lang="en-US" smtClean="0"/>
              <a:t>3/21/2026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57677" y="1126457"/>
            <a:ext cx="5848423" cy="512194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224968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2920407" cy="2889283"/>
          </a:xfrm>
        </p:spPr>
        <p:txBody>
          <a:bodyPr vert="horz" lIns="91440" tIns="45720" rIns="91440" bIns="45720" rtlCol="0" anchor="t">
            <a:normAutofit/>
          </a:bodyPr>
          <a:lstStyle>
            <a:lvl1pPr>
              <a:defRPr lang="en-US" dirty="0"/>
            </a:lvl1pPr>
          </a:lstStyle>
          <a:p>
            <a:pPr lvl="0"/>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055522" y="214858"/>
            <a:ext cx="1811877" cy="338328"/>
          </a:xfrm>
        </p:spPr>
        <p:txBody>
          <a:bodyPr/>
          <a:lstStyle/>
          <a:p>
            <a:fld id="{81C379B3-3585-4FAF-BD63-57B9BB47E12C}" type="datetime1">
              <a:rPr lang="en-US" smtClean="0"/>
              <a:t>3/21/2026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055523" y="1126457"/>
            <a:ext cx="7503203" cy="512194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076255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14EE7FE5-A250-423F-B9E1-3EE5D07A8055}" type="datetime1">
              <a:rPr lang="en-US" smtClean="0"/>
              <a:t>3/21/2026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8E274F5D-21DC-40EF-8DBA-AB9BB119E939}" type="slidenum">
              <a:rPr lang="en-US" smtClean="0"/>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5743087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15467" y="1115568"/>
            <a:ext cx="2505264" cy="1624122"/>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15467" y="215823"/>
            <a:ext cx="1899259" cy="338328"/>
          </a:xfrm>
        </p:spPr>
        <p:txBody>
          <a:bodyPr/>
          <a:lstStyle>
            <a:lvl1pPr>
              <a:defRPr>
                <a:solidFill>
                  <a:schemeClr val="tx1"/>
                </a:solidFill>
                <a:effectLst/>
              </a:defRPr>
            </a:lvl1pPr>
          </a:lstStyle>
          <a:p>
            <a:fld id="{14EE7FE5-A250-423F-B9E1-3EE5D07A8055}" type="datetime1">
              <a:rPr lang="en-US" smtClean="0"/>
              <a:t>3/21/2026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6650" y="215823"/>
            <a:ext cx="538545" cy="338328"/>
          </a:xfrm>
        </p:spPr>
        <p:txBody>
          <a:body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1" y="1181100"/>
            <a:ext cx="8356833"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15467" y="3646713"/>
            <a:ext cx="2505264" cy="2728687"/>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7289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48B2456C-66BE-435E-8059-3A9CD55F29F9}" type="datetime1">
              <a:rPr lang="en-US" smtClean="0"/>
              <a:t>3/21/2026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6853582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r>
              <a:rPr lang="en-US" dirty="0"/>
              <a:t>Sample Footer Text</a:t>
            </a:r>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17409D93-5111-4952-AC4F-FA1AE909A4B8}" type="datetime1">
              <a:rPr lang="en-US" smtClean="0"/>
              <a:t>3/21/2026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707995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77906" y="1115568"/>
            <a:ext cx="3608254" cy="1389582"/>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47915"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7905" y="219456"/>
            <a:ext cx="1586711" cy="338328"/>
          </a:xfrm>
        </p:spPr>
        <p:txBody>
          <a:bodyPr/>
          <a:lstStyle>
            <a:lvl1pPr>
              <a:defRPr>
                <a:solidFill>
                  <a:schemeClr val="tx1"/>
                </a:solidFill>
                <a:effectLst/>
              </a:defRPr>
            </a:lvl1pPr>
          </a:lstStyle>
          <a:p>
            <a:fld id="{990D2F5B-FA0B-4BE5-A43F-B1BC737359C6}" type="datetime1">
              <a:rPr lang="en-US" smtClean="0"/>
              <a:t>3/21/2026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A63D2D48-CE58-FD80-93F7-B87C97B90403}"/>
              </a:ext>
            </a:extLst>
          </p:cNvPr>
          <p:cNvSpPr>
            <a:spLocks noGrp="1"/>
          </p:cNvSpPr>
          <p:nvPr>
            <p:ph type="pic" sz="quarter" idx="15" hasCustomPrompt="1"/>
          </p:nvPr>
        </p:nvSpPr>
        <p:spPr>
          <a:xfrm>
            <a:off x="0" y="1181100"/>
            <a:ext cx="7336219"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777904" y="2705100"/>
            <a:ext cx="3608255" cy="373380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799711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A43E10B2-AFF3-4A4A-BC83-5BB137C878CB}" type="datetime1">
              <a:rPr lang="en-US" smtClean="0"/>
              <a:t>3/21/2026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732533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099" y="1115568"/>
            <a:ext cx="4643555" cy="1600200"/>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478874"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67399" y="208604"/>
            <a:ext cx="2450799" cy="338328"/>
          </a:xfrm>
        </p:spPr>
        <p:txBody>
          <a:bodyPr/>
          <a:lstStyle>
            <a:lvl1pPr>
              <a:defRPr>
                <a:solidFill>
                  <a:schemeClr val="tx1"/>
                </a:solidFill>
                <a:effectLst/>
              </a:defRPr>
            </a:lvl1pPr>
          </a:lstStyle>
          <a:p>
            <a:fld id="{03D817FD-3A47-446D-9853-4CD5CA57130C}" type="datetime1">
              <a:rPr lang="en-US" smtClean="0"/>
              <a:t>3/21/2026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5964766" y="1181100"/>
            <a:ext cx="5352086" cy="2615648"/>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867398" y="4055164"/>
            <a:ext cx="5449453" cy="2193236"/>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71343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C1935215-257D-4F50-AF56-70E3294947FA}" type="datetime1">
              <a:rPr lang="en-US" smtClean="0"/>
              <a:t>3/21/2026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6824980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dirty="0"/>
              <a:t>Click to edit Master title style</a:t>
            </a:r>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2B0E3CDF-6E7C-4C67-B567-8606B07963A0}" type="datetime1">
              <a:rPr lang="en-US" smtClean="0"/>
              <a:t>3/21/2026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408604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3/21/2026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3" y="1106780"/>
            <a:ext cx="8286147"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3449057" y="4159154"/>
            <a:ext cx="8742943" cy="2698845"/>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8708538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3/21/2026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4" y="1106780"/>
            <a:ext cx="8408066"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1" y="4159154"/>
            <a:ext cx="12192000" cy="2698845"/>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3101644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5060FE60-4389-4D8B-84BB-900FC000024C}" type="datetime1">
              <a:rPr lang="en-US" smtClean="0"/>
              <a:t>3/21/2026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8521357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1602" y="1115568"/>
            <a:ext cx="6931698" cy="1002834"/>
          </a:xfrm>
        </p:spPr>
        <p:txBody>
          <a:bodyPr anchor="t">
            <a:normAutofit/>
          </a:bodyPr>
          <a:lstStyle>
            <a:lvl1pPr>
              <a:defRPr sz="3000"/>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4154" y="216914"/>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884825" y="216914"/>
            <a:ext cx="2338650" cy="338328"/>
          </a:xfrm>
        </p:spPr>
        <p:txBody>
          <a:bodyPr/>
          <a:lstStyle/>
          <a:p>
            <a:fld id="{CDFDD458-C945-484A-9891-FE9FDA97486D}" type="datetime1">
              <a:rPr lang="en-US" smtClean="0"/>
              <a:t>3/21/2026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010" y="216914"/>
            <a:ext cx="557090"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21601" y="2133600"/>
            <a:ext cx="6931699" cy="43053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66075FF6-E149-1A82-B924-97E715A8DF4E}"/>
              </a:ext>
            </a:extLst>
          </p:cNvPr>
          <p:cNvSpPr>
            <a:spLocks noGrp="1"/>
          </p:cNvSpPr>
          <p:nvPr>
            <p:ph type="pic" sz="quarter" idx="15" hasCustomPrompt="1"/>
          </p:nvPr>
        </p:nvSpPr>
        <p:spPr>
          <a:xfrm>
            <a:off x="7982262" y="1184555"/>
            <a:ext cx="4209738" cy="5673445"/>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75174338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3496809" cy="3070722"/>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562100" cy="338328"/>
          </a:xfrm>
        </p:spPr>
        <p:txBody>
          <a:bodyPr/>
          <a:lstStyle/>
          <a:p>
            <a:fld id="{94725937-D428-4BAE-A05C-202DA13E49D5}" type="datetime1">
              <a:rPr lang="en-US" smtClean="0"/>
              <a:t>3/21/2026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4429695" y="1193656"/>
            <a:ext cx="3962400" cy="5664344"/>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823960" y="1122776"/>
            <a:ext cx="2717800" cy="53161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09260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2515758" cy="2946422"/>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2399" y="214858"/>
            <a:ext cx="1718441" cy="338328"/>
          </a:xfrm>
        </p:spPr>
        <p:txBody>
          <a:bodyPr/>
          <a:lstStyle/>
          <a:p>
            <a:fld id="{709FB1D6-B85F-447E-8712-A80ECD75AAB1}" type="datetime1">
              <a:rPr lang="en-US" smtClean="0"/>
              <a:t>3/21/2026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1696" y="214858"/>
            <a:ext cx="538520"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798" y="1104900"/>
            <a:ext cx="3756213" cy="51435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FAC86244-A1E7-A69F-206A-B47C58B746B0}"/>
              </a:ext>
            </a:extLst>
          </p:cNvPr>
          <p:cNvSpPr>
            <a:spLocks noGrp="1"/>
          </p:cNvSpPr>
          <p:nvPr>
            <p:ph type="pic" sz="quarter" idx="15" hasCustomPrompt="1"/>
          </p:nvPr>
        </p:nvSpPr>
        <p:spPr>
          <a:xfrm>
            <a:off x="7843347" y="1181100"/>
            <a:ext cx="4348653" cy="5676899"/>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5771676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dirty="0"/>
              <a:t>Click to edit Master title style</a:t>
            </a:r>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86709B22-BFE8-4BFE-80D5-4133DC0C2AC6}" type="datetime1">
              <a:rPr lang="en-US" smtClean="0"/>
              <a:t>3/21/2026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937126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BFCE55E5-7E1C-4243-A685-91A6EB8BE97F}" type="datetime1">
              <a:rPr lang="en-US" smtClean="0"/>
              <a:t>3/21/2026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899375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userDrawn="1"/>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dirty="0"/>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15AFD96D-C3CB-4F44-8CE3-582861660F11}" type="datetime1">
              <a:rPr lang="en-US" smtClean="0"/>
              <a:pPr/>
              <a:t>3/21/2026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dirty="0"/>
              <a:t>XX%</a:t>
            </a:r>
          </a:p>
        </p:txBody>
      </p:sp>
    </p:spTree>
    <p:extLst>
      <p:ext uri="{BB962C8B-B14F-4D97-AF65-F5344CB8AC3E}">
        <p14:creationId xmlns:p14="http://schemas.microsoft.com/office/powerpoint/2010/main" val="24071668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586A49A-95E2-7B45-57DD-762AFFF194F3}"/>
              </a:ext>
            </a:extLst>
          </p:cNvPr>
          <p:cNvPicPr>
            <a:picLocks noChangeAspect="1"/>
          </p:cNvPicPr>
          <p:nvPr userDrawn="1"/>
        </p:nvPicPr>
        <p:blipFill>
          <a:blip r:embed="rId2">
            <a:extLst>
              <a:ext uri="{28A0092B-C50C-407E-A947-70E740481C1C}">
                <a14:useLocalDpi xmlns:a14="http://schemas.microsoft.com/office/drawing/2010/main" val="0"/>
              </a:ext>
            </a:extLst>
          </a:blip>
          <a:srcRect l="5172" t="-1" r="2873" b="7130"/>
          <a:stretch>
            <a:fillRect/>
          </a:stretch>
        </p:blipFill>
        <p:spPr>
          <a:xfrm rot="10800000" flipH="1" flipV="1">
            <a:off x="0" y="-1"/>
            <a:ext cx="12192000" cy="6855178"/>
          </a:xfrm>
          <a:prstGeom prst="rect">
            <a:avLst/>
          </a:prstGeom>
        </p:spPr>
      </p:pic>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32393" y="5144654"/>
            <a:ext cx="5435008" cy="1294246"/>
          </a:xfrm>
        </p:spPr>
        <p:txBody>
          <a:bodyPr vert="horz" lIns="91440" tIns="45720" rIns="91440" bIns="45720" rtlCol="0" anchor="b">
            <a:normAutofit/>
          </a:bodyPr>
          <a:lstStyle>
            <a:lvl1pPr>
              <a:lnSpc>
                <a:spcPct val="100000"/>
              </a:lnSpc>
              <a:defRPr lang="en-US" sz="2000" spc="-50" baseline="0" dirty="0">
                <a:solidFill>
                  <a:schemeClr val="tx1"/>
                </a:solidFill>
              </a:defRPr>
            </a:lvl1pPr>
          </a:lstStyle>
          <a:p>
            <a:pPr lvl="0"/>
            <a:r>
              <a:rPr lang="en-US" dirty="0"/>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1"/>
                </a:solidFill>
              </a:defRPr>
            </a:lvl1pPr>
          </a:lstStyle>
          <a:p>
            <a:fld id="{C860BA8B-5FF3-49A6-9895-94F61A8CE576}" type="datetime1">
              <a:rPr lang="en-US" smtClean="0"/>
              <a:pPr/>
              <a:t>3/21/2026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0" name="Content Placeholder 9">
            <a:extLst>
              <a:ext uri="{FF2B5EF4-FFF2-40B4-BE49-F238E27FC236}">
                <a16:creationId xmlns:a16="http://schemas.microsoft.com/office/drawing/2014/main" id="{53AAB847-04D8-7C24-A07E-65F280B26D5E}"/>
              </a:ext>
            </a:extLst>
          </p:cNvPr>
          <p:cNvSpPr>
            <a:spLocks noGrp="1"/>
          </p:cNvSpPr>
          <p:nvPr>
            <p:ph sz="quarter" idx="14" hasCustomPrompt="1"/>
          </p:nvPr>
        </p:nvSpPr>
        <p:spPr>
          <a:xfrm>
            <a:off x="344488" y="552450"/>
            <a:ext cx="11498262" cy="3937000"/>
          </a:xfrm>
        </p:spPr>
        <p:txBody>
          <a:bodyPr anchor="b"/>
          <a:lstStyle>
            <a:lvl1pPr>
              <a:defRPr sz="27500"/>
            </a:lvl1pPr>
          </a:lstStyle>
          <a:p>
            <a:pPr lvl="0"/>
            <a:r>
              <a:rPr lang="en-US" dirty="0"/>
              <a:t>##%</a:t>
            </a:r>
          </a:p>
        </p:txBody>
      </p:sp>
    </p:spTree>
    <p:extLst>
      <p:ext uri="{BB962C8B-B14F-4D97-AF65-F5344CB8AC3E}">
        <p14:creationId xmlns:p14="http://schemas.microsoft.com/office/powerpoint/2010/main" val="7671399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pic>
        <p:nvPicPr>
          <p:cNvPr id="6" name="Picture 5" descr="A purple and black background&#10;&#10;AI-generated content may be incorrect.">
            <a:extLst>
              <a:ext uri="{FF2B5EF4-FFF2-40B4-BE49-F238E27FC236}">
                <a16:creationId xmlns:a16="http://schemas.microsoft.com/office/drawing/2014/main" id="{C39E5039-4CEB-24E7-A2E7-F7D46B2D8B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98"/>
            <a:ext cx="12223173" cy="6881646"/>
          </a:xfrm>
          <a:prstGeom prst="rect">
            <a:avLst/>
          </a:prstGeom>
        </p:spPr>
      </p:pic>
      <p:sp>
        <p:nvSpPr>
          <p:cNvPr id="9" name="Title 8">
            <a:extLst>
              <a:ext uri="{FF2B5EF4-FFF2-40B4-BE49-F238E27FC236}">
                <a16:creationId xmlns:a16="http://schemas.microsoft.com/office/drawing/2014/main" id="{E50697A7-9277-BB02-6AE2-42676133D65C}"/>
              </a:ext>
            </a:extLst>
          </p:cNvPr>
          <p:cNvSpPr>
            <a:spLocks noGrp="1"/>
          </p:cNvSpPr>
          <p:nvPr>
            <p:ph type="title"/>
          </p:nvPr>
        </p:nvSpPr>
        <p:spPr>
          <a:xfrm>
            <a:off x="7772400" y="802640"/>
            <a:ext cx="4000500" cy="1137920"/>
          </a:xfrm>
        </p:spPr>
        <p:txBody>
          <a:bodyPr/>
          <a:lstStyle>
            <a:lvl1pPr>
              <a:defRPr sz="2400" spc="-5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1DDFA7E-E414-422B-ACFF-8C3D6A1A67FB}" type="datetime1">
              <a:rPr lang="en-US" smtClean="0"/>
              <a:pPr/>
              <a:t>3/21/2026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2C871739-B2C5-FF57-BBD7-3F61A35A3F34}"/>
              </a:ext>
            </a:extLst>
          </p:cNvPr>
          <p:cNvSpPr>
            <a:spLocks noGrp="1"/>
          </p:cNvSpPr>
          <p:nvPr>
            <p:ph sz="quarter" idx="14" hasCustomPrompt="1"/>
          </p:nvPr>
        </p:nvSpPr>
        <p:spPr>
          <a:xfrm>
            <a:off x="358775" y="2684463"/>
            <a:ext cx="11414125" cy="4411662"/>
          </a:xfrm>
        </p:spPr>
        <p:txBody>
          <a:bodyPr lIns="0" tIns="0" rIns="0" bIns="0" anchor="b"/>
          <a:lstStyle>
            <a:lvl1pPr>
              <a:lnSpc>
                <a:spcPct val="85000"/>
              </a:lnSpc>
              <a:defRPr sz="30500" spc="-100" baseline="0">
                <a:solidFill>
                  <a:schemeClr val="tx1"/>
                </a:solidFill>
              </a:defRPr>
            </a:lvl1pPr>
          </a:lstStyle>
          <a:p>
            <a:pPr lvl="0"/>
            <a:r>
              <a:rPr lang="en-US" dirty="0"/>
              <a:t>##%</a:t>
            </a:r>
          </a:p>
        </p:txBody>
      </p:sp>
    </p:spTree>
    <p:extLst>
      <p:ext uri="{BB962C8B-B14F-4D97-AF65-F5344CB8AC3E}">
        <p14:creationId xmlns:p14="http://schemas.microsoft.com/office/powerpoint/2010/main" val="299760101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userDrawn="1"/>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3/21/2026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148001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pic>
        <p:nvPicPr>
          <p:cNvPr id="8" name="Picture 7" descr="A red and purple light&#10;&#10;AI-generated content may be incorrect.">
            <a:extLst>
              <a:ext uri="{FF2B5EF4-FFF2-40B4-BE49-F238E27FC236}">
                <a16:creationId xmlns:a16="http://schemas.microsoft.com/office/drawing/2014/main" id="{2424DF04-0206-4859-9FB9-6A2579527E12}"/>
              </a:ext>
            </a:extLst>
          </p:cNvPr>
          <p:cNvPicPr>
            <a:picLocks noChangeAspect="1"/>
          </p:cNvPicPr>
          <p:nvPr userDrawn="1"/>
        </p:nvPicPr>
        <p:blipFill>
          <a:blip r:embed="rId2">
            <a:extLst>
              <a:ext uri="{28A0092B-C50C-407E-A947-70E740481C1C}">
                <a14:useLocalDpi xmlns:a14="http://schemas.microsoft.com/office/drawing/2010/main" val="0"/>
              </a:ext>
            </a:extLst>
          </a:blip>
          <a:srcRect l="2078" t="38163" r="27927" b="1091"/>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352800" y="219456"/>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20200" y="219456"/>
            <a:ext cx="1522740" cy="338328"/>
          </a:xfrm>
        </p:spPr>
        <p:txBody>
          <a:bodyPr/>
          <a:lstStyle>
            <a:lvl1pPr>
              <a:defRPr>
                <a:solidFill>
                  <a:schemeClr val="tx1"/>
                </a:solidFill>
              </a:defRPr>
            </a:lvl1pPr>
          </a:lstStyle>
          <a:p>
            <a:fld id="{3DB68620-47AE-4F32-A04B-1342501F877C}" type="datetime1">
              <a:rPr lang="en-US" smtClean="0"/>
              <a:pPr/>
              <a:t>3/21/2026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352800" y="1405719"/>
            <a:ext cx="7353300" cy="4012442"/>
          </a:xfrm>
        </p:spPr>
        <p:txBody>
          <a:bodyPr anchor="t">
            <a:normAutofit/>
          </a:bodyPr>
          <a:lstStyle>
            <a:lvl1pPr marL="0" indent="0">
              <a:lnSpc>
                <a:spcPct val="85000"/>
              </a:lnSpc>
              <a:buNone/>
              <a:defRPr sz="5400" b="0" spc="-50" baseline="0">
                <a:solidFill>
                  <a:schemeClr val="tx1"/>
                </a:solidFill>
              </a:defRPr>
            </a:lvl1pPr>
            <a:lvl2pPr marL="228600" indent="0">
              <a:lnSpc>
                <a:spcPct val="85000"/>
              </a:lnSpc>
              <a:buNone/>
              <a:defRPr sz="4800" b="0" spc="-50" baseline="0">
                <a:solidFill>
                  <a:schemeClr val="tx1"/>
                </a:solidFill>
              </a:defRPr>
            </a:lvl2pPr>
            <a:lvl3pPr marL="457200" indent="0">
              <a:lnSpc>
                <a:spcPct val="85000"/>
              </a:lnSpc>
              <a:buNone/>
              <a:defRPr sz="44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6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23627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06D2715B-CAEE-9AAB-7191-D98012435C15}"/>
              </a:ext>
            </a:extLst>
          </p:cNvPr>
          <p:cNvPicPr>
            <a:picLocks noChangeAspect="1"/>
          </p:cNvPicPr>
          <p:nvPr userDrawn="1"/>
        </p:nvPicPr>
        <p:blipFill>
          <a:blip r:embed="rId2">
            <a:extLst>
              <a:ext uri="{28A0092B-C50C-407E-A947-70E740481C1C}">
                <a14:useLocalDpi xmlns:a14="http://schemas.microsoft.com/office/drawing/2010/main" val="0"/>
              </a:ext>
            </a:extLst>
          </a:blip>
          <a:srcRect l="1125" r="1125" b="21235"/>
          <a:stretch>
            <a:fillRect/>
          </a:stretch>
        </p:blipFill>
        <p:spPr>
          <a:xfrm rot="10800000">
            <a:off x="0" y="875"/>
            <a:ext cx="12192000" cy="6857125"/>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838700"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E0A8EBD6-625B-484B-BC25-3573CF53D407}" type="datetime1">
              <a:rPr lang="en-US" smtClean="0"/>
              <a:pPr/>
              <a:t>3/21/2026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838700" y="1740023"/>
            <a:ext cx="6310269" cy="4637725"/>
          </a:xfrm>
        </p:spPr>
        <p:txBody>
          <a:bodyPr anchor="b">
            <a:normAutofit/>
          </a:bodyPr>
          <a:lstStyle>
            <a:lvl1pPr marL="0" indent="0">
              <a:lnSpc>
                <a:spcPct val="85000"/>
              </a:lnSpc>
              <a:buNone/>
              <a:defRPr sz="4800" b="0" spc="-50" baseline="0">
                <a:solidFill>
                  <a:schemeClr val="tx1"/>
                </a:solidFill>
              </a:defRPr>
            </a:lvl1pPr>
            <a:lvl2pPr marL="228600" indent="0">
              <a:lnSpc>
                <a:spcPct val="85000"/>
              </a:lnSpc>
              <a:buNone/>
              <a:defRPr sz="4000" b="0" spc="-50" baseline="0">
                <a:solidFill>
                  <a:schemeClr val="tx1"/>
                </a:solidFill>
              </a:defRPr>
            </a:lvl2pPr>
            <a:lvl3pPr marL="457200" indent="0">
              <a:lnSpc>
                <a:spcPct val="85000"/>
              </a:lnSpc>
              <a:buNone/>
              <a:defRPr sz="3200" b="0" spc="-50" baseline="0">
                <a:solidFill>
                  <a:schemeClr val="tx1"/>
                </a:solidFill>
              </a:defRPr>
            </a:lvl3pPr>
            <a:lvl4pPr marL="685800" indent="0">
              <a:lnSpc>
                <a:spcPct val="85000"/>
              </a:lnSpc>
              <a:buNone/>
              <a:defRPr sz="2800" b="0" spc="-50" baseline="0">
                <a:solidFill>
                  <a:schemeClr val="tx1"/>
                </a:solidFill>
              </a:defRPr>
            </a:lvl4pPr>
            <a:lvl5pPr marL="914400" indent="0">
              <a:lnSpc>
                <a:spcPct val="85000"/>
              </a:lnSpc>
              <a:buNone/>
              <a:defRPr sz="24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257941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3/21/2026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133600"/>
            <a:ext cx="9393641" cy="4305299"/>
          </a:xfrm>
        </p:spPr>
        <p:txBody>
          <a:bodyPr anchor="b">
            <a:normAutofit/>
          </a:bodyPr>
          <a:lstStyle>
            <a:lvl1pPr marL="0" indent="0">
              <a:lnSpc>
                <a:spcPct val="85000"/>
              </a:lnSpc>
              <a:buNone/>
              <a:defRPr sz="7200" b="0" spc="-50" baseline="0">
                <a:solidFill>
                  <a:schemeClr val="tx1"/>
                </a:solidFill>
              </a:defRPr>
            </a:lvl1pPr>
            <a:lvl2pPr marL="228600" indent="0">
              <a:lnSpc>
                <a:spcPct val="85000"/>
              </a:lnSpc>
              <a:buNone/>
              <a:defRPr sz="5400" b="0" spc="-50" baseline="0">
                <a:solidFill>
                  <a:schemeClr val="tx1"/>
                </a:solidFill>
              </a:defRPr>
            </a:lvl2pPr>
            <a:lvl3pPr marL="457200" indent="0">
              <a:lnSpc>
                <a:spcPct val="85000"/>
              </a:lnSpc>
              <a:buNone/>
              <a:defRPr sz="4800" b="0" spc="-50" baseline="0">
                <a:solidFill>
                  <a:schemeClr val="tx1"/>
                </a:solidFill>
              </a:defRPr>
            </a:lvl3pPr>
            <a:lvl4pPr marL="685800" indent="0">
              <a:lnSpc>
                <a:spcPct val="85000"/>
              </a:lnSpc>
              <a:buNone/>
              <a:defRPr sz="4400" b="0" spc="-50" baseline="0">
                <a:solidFill>
                  <a:schemeClr val="tx1"/>
                </a:solidFill>
              </a:defRPr>
            </a:lvl4pPr>
            <a:lvl5pPr marL="914400" indent="0">
              <a:lnSpc>
                <a:spcPct val="85000"/>
              </a:lnSpc>
              <a:buNone/>
              <a:defRPr sz="40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306026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userDrawn="1"/>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403F4C9-1C82-4616-8D26-0B0587291200}" type="datetime1">
              <a:rPr lang="en-US" smtClean="0"/>
              <a:pPr/>
              <a:t>3/21/2026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57032959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pic>
        <p:nvPicPr>
          <p:cNvPr id="10" name="Picture 9" descr="A black background with a red and yellow light&#10;&#10;AI-generated content may be incorrect.">
            <a:extLst>
              <a:ext uri="{FF2B5EF4-FFF2-40B4-BE49-F238E27FC236}">
                <a16:creationId xmlns:a16="http://schemas.microsoft.com/office/drawing/2014/main" id="{027268CA-0348-F6FC-5FB0-87BADE436A7E}"/>
              </a:ext>
            </a:extLst>
          </p:cNvPr>
          <p:cNvPicPr>
            <a:picLocks noChangeAspect="1"/>
          </p:cNvPicPr>
          <p:nvPr userDrawn="1"/>
        </p:nvPicPr>
        <p:blipFill>
          <a:blip r:embed="rId2">
            <a:extLst>
              <a:ext uri="{28A0092B-C50C-407E-A947-70E740481C1C}">
                <a14:useLocalDpi xmlns:a14="http://schemas.microsoft.com/office/drawing/2010/main" val="0"/>
              </a:ext>
            </a:extLst>
          </a:blip>
          <a:srcRect l="4682" r="20481"/>
          <a:stretch>
            <a:fillRect/>
          </a:stretch>
        </p:blipFill>
        <p:spPr>
          <a:xfrm rot="5400000" flipH="1">
            <a:off x="2667001" y="-2667001"/>
            <a:ext cx="6858000" cy="12192001"/>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32392" y="5226427"/>
            <a:ext cx="8382001" cy="837861"/>
          </a:xfrm>
        </p:spPr>
        <p:txBody>
          <a:bodyPr anchor="t">
            <a:normAutofit/>
          </a:bodyPr>
          <a:lstStyle>
            <a:lvl1pPr>
              <a:lnSpc>
                <a:spcPct val="90000"/>
              </a:lnSpc>
              <a:defRPr sz="1400" b="0" cap="all" spc="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DCC6FE3-E805-41B1-96EC-B0B83218C881}" type="datetime1">
              <a:rPr lang="en-US" smtClean="0"/>
              <a:pPr/>
              <a:t>3/21/2026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32392" y="2017401"/>
            <a:ext cx="8368707" cy="2981163"/>
          </a:xfrm>
        </p:spPr>
        <p:txBody>
          <a:bodyPr anchor="t">
            <a:normAutofit/>
          </a:bodyPr>
          <a:lstStyle>
            <a:lvl1pPr marL="164592" indent="-164592">
              <a:lnSpc>
                <a:spcPct val="90000"/>
              </a:lnSpc>
              <a:spcBef>
                <a:spcPts val="0"/>
              </a:spcBef>
              <a:buFont typeface="Arial" panose="020B0604020202020204" pitchFamily="34" charset="0"/>
              <a:buNone/>
              <a:defRPr sz="46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75706724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pic>
        <p:nvPicPr>
          <p:cNvPr id="9" name="Picture 8" descr="A colorful light on a black background&#10;&#10;AI-generated content may be incorrect.">
            <a:extLst>
              <a:ext uri="{FF2B5EF4-FFF2-40B4-BE49-F238E27FC236}">
                <a16:creationId xmlns:a16="http://schemas.microsoft.com/office/drawing/2014/main" id="{F0687863-E84B-D6E2-6049-AF65BB1972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1115568"/>
            <a:ext cx="12192000" cy="5742432"/>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53982" y="5029200"/>
            <a:ext cx="8347118" cy="713232"/>
          </a:xfrm>
        </p:spPr>
        <p:txBody>
          <a:bodyPr anchor="t">
            <a:normAutofit/>
          </a:bodyPr>
          <a:lstStyle>
            <a:lvl1pPr>
              <a:lnSpc>
                <a:spcPct val="90000"/>
              </a:lnSpc>
              <a:defRPr sz="1400" b="0" cap="all" spc="-5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5DBB5726-A743-47D1-86E4-46BB349D0446}" type="datetime1">
              <a:rPr lang="en-US" smtClean="0"/>
              <a:pPr/>
              <a:t>3/21/2026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53982" y="1115568"/>
            <a:ext cx="8347118"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169693105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4">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2439AE8-E053-A902-BEE2-9CECF6AEA2F1}"/>
              </a:ext>
            </a:extLst>
          </p:cNvPr>
          <p:cNvPicPr>
            <a:picLocks noChangeAspect="1"/>
          </p:cNvPicPr>
          <p:nvPr userDrawn="1"/>
        </p:nvPicPr>
        <p:blipFill>
          <a:blip r:embed="rId2">
            <a:extLst>
              <a:ext uri="{28A0092B-C50C-407E-A947-70E740481C1C}">
                <a14:useLocalDpi xmlns:a14="http://schemas.microsoft.com/office/drawing/2010/main" val="0"/>
              </a:ext>
            </a:extLst>
          </a:blip>
          <a:srcRect l="-7769" t="8943" r="104" b="13677"/>
          <a:stretch>
            <a:fillRect/>
          </a:stretch>
        </p:blipFill>
        <p:spPr>
          <a:xfrm>
            <a:off x="0" y="0"/>
            <a:ext cx="12192000" cy="6857125"/>
          </a:xfrm>
          <a:prstGeom prst="rect">
            <a:avLst/>
          </a:prstGeom>
        </p:spPr>
      </p:pic>
      <p:sp>
        <p:nvSpPr>
          <p:cNvPr id="9" name="Title 8">
            <a:extLst>
              <a:ext uri="{FF2B5EF4-FFF2-40B4-BE49-F238E27FC236}">
                <a16:creationId xmlns:a16="http://schemas.microsoft.com/office/drawing/2014/main" id="{FDFF10A2-0E03-73DB-5224-98043612F7A3}"/>
              </a:ext>
            </a:extLst>
          </p:cNvPr>
          <p:cNvSpPr>
            <a:spLocks noGrp="1"/>
          </p:cNvSpPr>
          <p:nvPr>
            <p:ph type="title" hasCustomPrompt="1"/>
          </p:nvPr>
        </p:nvSpPr>
        <p:spPr>
          <a:xfrm>
            <a:off x="420791" y="5151120"/>
            <a:ext cx="5446609" cy="806517"/>
          </a:xfrm>
        </p:spPr>
        <p:txBody>
          <a:bodyPr anchor="ctr"/>
          <a:lstStyle>
            <a:lvl1pPr>
              <a:defRPr sz="140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F4F47579-571B-45A3-BDCA-E2964689F659}" type="datetime1">
              <a:rPr lang="en-US" smtClean="0"/>
              <a:pPr/>
              <a:t>3/21/2026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29768" y="1501541"/>
            <a:ext cx="7342632" cy="3397064"/>
          </a:xfrm>
        </p:spPr>
        <p:txBody>
          <a:bodyPr anchor="ctr">
            <a:normAutofit/>
          </a:bodyPr>
          <a:lstStyle>
            <a:lvl1pPr marL="164592" indent="-164592">
              <a:lnSpc>
                <a:spcPct val="95000"/>
              </a:lnSpc>
              <a:spcBef>
                <a:spcPts val="0"/>
              </a:spcBef>
              <a:buFont typeface="Arial" panose="020B0604020202020204" pitchFamily="34" charset="0"/>
              <a:buNone/>
              <a:defRPr sz="43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167589232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671787"/>
            <a:ext cx="7179129" cy="1028700"/>
          </a:xfrm>
        </p:spPr>
        <p:txBody>
          <a:bodyPr anchor="ctr">
            <a:normAutofit/>
          </a:bodyPr>
          <a:lstStyle>
            <a:lvl1pPr algn="ctr">
              <a:lnSpc>
                <a:spcPct val="120000"/>
              </a:lnSpc>
              <a:defRPr sz="1400" b="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926E2CA6-CB6A-465C-BAA7-384FD497485D}" type="datetime1">
              <a:rPr lang="en-US" smtClean="0"/>
              <a:pPr/>
              <a:t>3/21/2026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5" y="1623265"/>
            <a:ext cx="7179130" cy="3048522"/>
          </a:xfrm>
        </p:spPr>
        <p:txBody>
          <a:bodyPr anchor="ctr">
            <a:normAutofit/>
          </a:bodyPr>
          <a:lstStyle>
            <a:lvl1pPr marL="137160" indent="-137160" algn="ctr">
              <a:lnSpc>
                <a:spcPct val="90000"/>
              </a:lnSpc>
              <a:spcBef>
                <a:spcPts val="0"/>
              </a:spcBef>
              <a:buFont typeface="Arial" panose="020B0604020202020204" pitchFamily="34" charset="0"/>
              <a:buNone/>
              <a:defRPr sz="4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16230738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38C42AE-61C6-458B-86C3-22D39A5E8956}" type="datetime1">
              <a:rPr lang="en-US" smtClean="0"/>
              <a:pPr/>
              <a:t>3/21/2026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164235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dirty="0"/>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83D71BEE-9C65-4D84-970B-0B47E929926B}" type="datetime1">
              <a:rPr lang="en-US" smtClean="0"/>
              <a:pPr/>
              <a:t>3/21/2026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0098387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49AFCF02-D35E-46A4-B7A1-1A2B81F8D932}" type="datetime1">
              <a:rPr lang="en-US" smtClean="0"/>
              <a:pPr/>
              <a:t>3/21/2026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318672946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A57AF51-4D04-4E0C-B33D-81940CAB4B07}" type="datetime1">
              <a:rPr lang="en-US" smtClean="0"/>
              <a:pPr/>
              <a:t>3/21/2026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28793252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32393" y="1115568"/>
            <a:ext cx="3363393" cy="1371600"/>
          </a:xfrm>
        </p:spPr>
        <p:txBody>
          <a:bodyPr anchor="t">
            <a:normAutofit/>
          </a:bodyPr>
          <a:lstStyle>
            <a:lvl1pPr>
              <a:defRPr sz="3000">
                <a:solidFill>
                  <a:schemeClr val="tx1"/>
                </a:solidFill>
              </a:defRPr>
            </a:lvl1pPr>
          </a:lstStyle>
          <a:p>
            <a:r>
              <a:rPr lang="en-US" dirty="0"/>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4838700" y="214858"/>
            <a:ext cx="1485900" cy="338328"/>
          </a:xfrm>
        </p:spPr>
        <p:txBody>
          <a:bodyPr/>
          <a:lstStyle>
            <a:lvl1pPr>
              <a:defRPr>
                <a:solidFill>
                  <a:schemeClr val="tx1"/>
                </a:solidFill>
              </a:defRPr>
            </a:lvl1pPr>
          </a:lstStyle>
          <a:p>
            <a:fld id="{91495C13-5B9F-4AD1-A2E2-FB0B577AF6CA}" type="datetime1">
              <a:rPr lang="en-US" smtClean="0"/>
              <a:pPr/>
              <a:t>3/21/2026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32393" y="2563585"/>
            <a:ext cx="3363393" cy="3684815"/>
          </a:xfrm>
        </p:spPr>
        <p:txBody>
          <a:bodyPr anchor="b">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38700" y="1104900"/>
            <a:ext cx="6934200" cy="5201282"/>
          </a:xfrm>
        </p:spPr>
        <p:txBody>
          <a:bodyPr vert="horz" lIns="91440" tIns="45720" rIns="91440" bIns="45720" rtlCol="0">
            <a:normAutofit/>
          </a:bodyPr>
          <a:lstStyle>
            <a:lvl1pPr>
              <a:defRPr lang="en-US" sz="1400" dirty="0">
                <a:solidFill>
                  <a:schemeClr val="tx1"/>
                </a:solidFill>
              </a:defRPr>
            </a:lvl1pPr>
            <a:lvl2pPr>
              <a:defRPr lang="en-US" sz="1200" dirty="0">
                <a:solidFill>
                  <a:schemeClr val="tx1"/>
                </a:solidFill>
              </a:defRPr>
            </a:lvl2pPr>
            <a:lvl3pPr>
              <a:defRPr lang="en-US" sz="12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898671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1104901"/>
            <a:ext cx="2932434" cy="1600200"/>
          </a:xfrm>
        </p:spPr>
        <p:txBody>
          <a:bodyPr anchor="t">
            <a:normAutofit/>
          </a:bodyPr>
          <a:lstStyle>
            <a:lvl1pPr>
              <a:defRPr sz="30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29768" y="219456"/>
            <a:ext cx="2016929" cy="338328"/>
          </a:xfrm>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4838700" y="219456"/>
            <a:ext cx="1429845" cy="338328"/>
          </a:xfrm>
        </p:spPr>
        <p:txBody>
          <a:bodyPr/>
          <a:lstStyle>
            <a:lvl1pPr>
              <a:defRPr>
                <a:solidFill>
                  <a:schemeClr val="tx1"/>
                </a:solidFill>
              </a:defRPr>
            </a:lvl1pPr>
          </a:lstStyle>
          <a:p>
            <a:fld id="{4D189146-EED2-4B95-95A3-EC3C7CBF180D}" type="datetime1">
              <a:rPr lang="en-US" smtClean="0"/>
              <a:pPr/>
              <a:t>3/21/2026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287593" y="216280"/>
            <a:ext cx="560633"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866900" y="3345180"/>
            <a:ext cx="2620859" cy="3093720"/>
          </a:xfrm>
        </p:spPr>
        <p:txBody>
          <a:bodyPr anchor="b">
            <a:normAutofit/>
          </a:bodyPr>
          <a:lstStyle>
            <a:lvl1pPr marL="0" indent="0" algn="r">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Picture Placeholder 7">
            <a:extLst>
              <a:ext uri="{FF2B5EF4-FFF2-40B4-BE49-F238E27FC236}">
                <a16:creationId xmlns:a16="http://schemas.microsoft.com/office/drawing/2014/main" id="{3A723B90-4D46-48FC-60FC-714099462E4C}"/>
              </a:ext>
            </a:extLst>
          </p:cNvPr>
          <p:cNvSpPr>
            <a:spLocks noGrp="1"/>
          </p:cNvSpPr>
          <p:nvPr>
            <p:ph type="pic" idx="1" hasCustomPrompt="1"/>
          </p:nvPr>
        </p:nvSpPr>
        <p:spPr>
          <a:xfrm>
            <a:off x="4924129" y="1104900"/>
            <a:ext cx="7267870" cy="5753100"/>
          </a:xfrm>
          <a:custGeom>
            <a:avLst/>
            <a:gdLst>
              <a:gd name="connsiteX0" fmla="*/ 0 w 7353300"/>
              <a:gd name="connsiteY0" fmla="*/ 0 h 5901550"/>
              <a:gd name="connsiteX1" fmla="*/ 7353300 w 7353300"/>
              <a:gd name="connsiteY1" fmla="*/ 0 h 5901550"/>
              <a:gd name="connsiteX2" fmla="*/ 7353300 w 7353300"/>
              <a:gd name="connsiteY2" fmla="*/ 5901550 h 5901550"/>
              <a:gd name="connsiteX3" fmla="*/ 0 w 7353300"/>
              <a:gd name="connsiteY3" fmla="*/ 5901550 h 5901550"/>
            </a:gdLst>
            <a:ahLst/>
            <a:cxnLst>
              <a:cxn ang="0">
                <a:pos x="connsiteX0" y="connsiteY0"/>
              </a:cxn>
              <a:cxn ang="0">
                <a:pos x="connsiteX1" y="connsiteY1"/>
              </a:cxn>
              <a:cxn ang="0">
                <a:pos x="connsiteX2" y="connsiteY2"/>
              </a:cxn>
              <a:cxn ang="0">
                <a:pos x="connsiteX3" y="connsiteY3"/>
              </a:cxn>
            </a:cxnLst>
            <a:rect l="l" t="t" r="r" b="b"/>
            <a:pathLst>
              <a:path w="7353300" h="5901550">
                <a:moveTo>
                  <a:pt x="0" y="0"/>
                </a:moveTo>
                <a:lnTo>
                  <a:pt x="7353300" y="0"/>
                </a:lnTo>
                <a:lnTo>
                  <a:pt x="7353300" y="5901550"/>
                </a:lnTo>
                <a:lnTo>
                  <a:pt x="0" y="5901550"/>
                </a:lnTo>
                <a:close/>
              </a:path>
            </a:pathLst>
          </a:custGeom>
          <a:blipFill dpi="0" rotWithShape="1">
            <a:blip r:embed="rId2">
              <a:alphaModFix amt="60000"/>
            </a:blip>
            <a:srcRect/>
            <a:stretch>
              <a:fillRect/>
            </a:stretch>
          </a:blipFill>
        </p:spPr>
        <p:txBody>
          <a:bodyPr wrap="square">
            <a:noAutofit/>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324753067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DABFCF2-BE01-43CB-85B3-49CC0FE55050}" type="datetime1">
              <a:rPr lang="en-US" smtClean="0"/>
              <a:pPr/>
              <a:t>3/21/2026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7098259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119A0F5-9D15-4E68-95BA-31AD4F5D84D0}" type="datetime1">
              <a:rPr lang="en-US" smtClean="0"/>
              <a:pPr/>
              <a:t>3/21/2026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820300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F288AF9F-2338-4040-A485-373B8EC8151E}" type="datetime1">
              <a:rPr lang="en-US" smtClean="0"/>
              <a:pPr/>
              <a:t>3/21/2026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8E274F5D-21DC-40EF-8DBA-AB9BB119E939}" type="slidenum">
              <a:rPr lang="en-US" smtClean="0"/>
              <a:pPr/>
              <a:t>‹#›</a:t>
            </a:fld>
            <a:endParaRPr lang="en-US" dirty="0"/>
          </a:p>
        </p:txBody>
      </p:sp>
    </p:spTree>
    <p:extLst>
      <p:ext uri="{BB962C8B-B14F-4D97-AF65-F5344CB8AC3E}">
        <p14:creationId xmlns:p14="http://schemas.microsoft.com/office/powerpoint/2010/main" val="3989359972"/>
      </p:ext>
    </p:extLst>
  </p:cSld>
  <p:clrMap bg1="dk1" tx1="lt1" bg2="dk2" tx2="lt2" accent1="accent1" accent2="accent2" accent3="accent3" accent4="accent4" accent5="accent5" accent6="accent6" hlink="hlink" folHlink="folHlink"/>
  <p:sldLayoutIdLst>
    <p:sldLayoutId id="2147483656" r:id="rId1"/>
    <p:sldLayoutId id="2147483652" r:id="rId2"/>
    <p:sldLayoutId id="2147483733" r:id="rId3"/>
    <p:sldLayoutId id="2147483657" r:id="rId4"/>
    <p:sldLayoutId id="2147483744" r:id="rId5"/>
    <p:sldLayoutId id="2147483658" r:id="rId6"/>
    <p:sldLayoutId id="2147483732" r:id="rId7"/>
    <p:sldLayoutId id="2147483741" r:id="rId8"/>
    <p:sldLayoutId id="2147483760" r:id="rId9"/>
    <p:sldLayoutId id="2147483745" r:id="rId10"/>
    <p:sldLayoutId id="2147483654" r:id="rId11"/>
    <p:sldLayoutId id="2147483759" r:id="rId12"/>
    <p:sldLayoutId id="2147483707" r:id="rId13"/>
    <p:sldLayoutId id="2147483659" r:id="rId14"/>
    <p:sldLayoutId id="2147483764" r:id="rId15"/>
    <p:sldLayoutId id="2147483660" r:id="rId16"/>
    <p:sldLayoutId id="2147483765" r:id="rId17"/>
    <p:sldLayoutId id="2147483661" r:id="rId18"/>
    <p:sldLayoutId id="2147483662" r:id="rId19"/>
    <p:sldLayoutId id="2147483742" r:id="rId20"/>
    <p:sldLayoutId id="2147483746" r:id="rId21"/>
    <p:sldLayoutId id="2147483664" r:id="rId22"/>
    <p:sldLayoutId id="2147483663" r:id="rId23"/>
    <p:sldLayoutId id="2147483743" r:id="rId24"/>
    <p:sldLayoutId id="2147483666" r:id="rId25"/>
    <p:sldLayoutId id="2147483769" r:id="rId26"/>
    <p:sldLayoutId id="2147483676" r:id="rId27"/>
    <p:sldLayoutId id="2147483758" r:id="rId28"/>
    <p:sldLayoutId id="2147483680" r:id="rId29"/>
    <p:sldLayoutId id="2147483734" r:id="rId30"/>
    <p:sldLayoutId id="2147483671" r:id="rId31"/>
    <p:sldLayoutId id="2147483751" r:id="rId32"/>
    <p:sldLayoutId id="2147483675" r:id="rId33"/>
    <p:sldLayoutId id="2147483703" r:id="rId34"/>
    <p:sldLayoutId id="2147483752" r:id="rId35"/>
    <p:sldLayoutId id="2147483737" r:id="rId36"/>
    <p:sldLayoutId id="2147483753" r:id="rId37"/>
    <p:sldLayoutId id="2147483674" r:id="rId38"/>
    <p:sldLayoutId id="2147483702" r:id="rId39"/>
    <p:sldLayoutId id="2147483670" r:id="rId40"/>
    <p:sldLayoutId id="2147483735" r:id="rId41"/>
    <p:sldLayoutId id="2147483669" r:id="rId42"/>
    <p:sldLayoutId id="2147483682" r:id="rId43"/>
    <p:sldLayoutId id="2147483719" r:id="rId44"/>
    <p:sldLayoutId id="2147483686" r:id="rId45"/>
    <p:sldLayoutId id="2147483720" r:id="rId46"/>
    <p:sldLayoutId id="2147483768" r:id="rId47"/>
    <p:sldLayoutId id="2147483710" r:id="rId48"/>
    <p:sldLayoutId id="2147483729" r:id="rId49"/>
    <p:sldLayoutId id="2147483730" r:id="rId50"/>
    <p:sldLayoutId id="2147483713" r:id="rId51"/>
    <p:sldLayoutId id="2147483693" r:id="rId52"/>
    <p:sldLayoutId id="2147483690" r:id="rId53"/>
    <p:sldLayoutId id="2147483726" r:id="rId54"/>
    <p:sldLayoutId id="2147483691" r:id="rId55"/>
    <p:sldLayoutId id="2147483694" r:id="rId56"/>
    <p:sldLayoutId id="2147483695" r:id="rId57"/>
    <p:sldLayoutId id="2147483696" r:id="rId58"/>
    <p:sldLayoutId id="2147483697" r:id="rId59"/>
    <p:sldLayoutId id="2147483698" r:id="rId60"/>
    <p:sldLayoutId id="2147483699" r:id="rId61"/>
    <p:sldLayoutId id="2147483700" r:id="rId62"/>
    <p:sldLayoutId id="2147483701" r:id="rId63"/>
  </p:sldLayoutIdLst>
  <p:hf hdr="0"/>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userDrawn="1">
          <p15:clr>
            <a:srgbClr val="F26B43"/>
          </p15:clr>
        </p15:guide>
        <p15:guide id="4" orient="horz" pos="264" userDrawn="1">
          <p15:clr>
            <a:srgbClr val="F26B43"/>
          </p15:clr>
        </p15:guide>
        <p15:guide id="5" pos="7416" userDrawn="1">
          <p15:clr>
            <a:srgbClr val="F26B43"/>
          </p15:clr>
        </p15:guide>
        <p15:guide id="12" pos="4632" userDrawn="1">
          <p15:clr>
            <a:srgbClr val="F26B43"/>
          </p15:clr>
        </p15:guide>
        <p15:guide id="13" pos="5544" userDrawn="1">
          <p15:clr>
            <a:srgbClr val="F26B43"/>
          </p15:clr>
        </p15:guide>
        <p15:guide id="26" pos="2784" userDrawn="1">
          <p15:clr>
            <a:srgbClr val="F26B43"/>
          </p15:clr>
        </p15:guide>
        <p15:guide id="27" pos="3048" userDrawn="1">
          <p15:clr>
            <a:srgbClr val="F26B43"/>
          </p15:clr>
        </p15:guide>
        <p15:guide id="29" pos="3960" userDrawn="1">
          <p15:clr>
            <a:srgbClr val="F26B43"/>
          </p15:clr>
        </p15:guide>
        <p15:guide id="30" pos="1176" userDrawn="1">
          <p15:clr>
            <a:srgbClr val="F26B43"/>
          </p15:clr>
        </p15:guide>
        <p15:guide id="31" pos="912" userDrawn="1">
          <p15:clr>
            <a:srgbClr val="F26B43"/>
          </p15:clr>
        </p15:guide>
        <p15:guide id="32" pos="3696" userDrawn="1">
          <p15:clr>
            <a:srgbClr val="F26B43"/>
          </p15:clr>
        </p15:guide>
        <p15:guide id="33" pos="1848" userDrawn="1">
          <p15:clr>
            <a:srgbClr val="F26B43"/>
          </p15:clr>
        </p15:guide>
        <p15:guide id="34" pos="2112" userDrawn="1">
          <p15:clr>
            <a:srgbClr val="F26B43"/>
          </p15:clr>
        </p15:guide>
        <p15:guide id="36" pos="6528" userDrawn="1">
          <p15:clr>
            <a:srgbClr val="F26B43"/>
          </p15:clr>
        </p15:guide>
        <p15:guide id="37" pos="6744" userDrawn="1">
          <p15:clr>
            <a:srgbClr val="F26B43"/>
          </p15:clr>
        </p15:guide>
        <p15:guide id="42" orient="horz" pos="393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7EA4D2C-4D5C-AC28-D8CC-859AFF9DBC48}"/>
              </a:ext>
            </a:extLst>
          </p:cNvPr>
          <p:cNvSpPr>
            <a:spLocks noGrp="1"/>
          </p:cNvSpPr>
          <p:nvPr>
            <p:ph type="ctrTitle"/>
          </p:nvPr>
        </p:nvSpPr>
        <p:spPr>
          <a:xfrm>
            <a:off x="6295259" y="1820486"/>
            <a:ext cx="4800600" cy="2762187"/>
          </a:xfrm>
        </p:spPr>
        <p:txBody>
          <a:bodyPr/>
          <a:lstStyle/>
          <a:p>
            <a:r>
              <a:rPr lang="en-US"/>
              <a:t>Boxscore Bot</a:t>
            </a:r>
            <a:endParaRPr lang="en-US" dirty="0"/>
          </a:p>
        </p:txBody>
      </p:sp>
      <p:sp>
        <p:nvSpPr>
          <p:cNvPr id="8" name="Subtitle 7">
            <a:extLst>
              <a:ext uri="{FF2B5EF4-FFF2-40B4-BE49-F238E27FC236}">
                <a16:creationId xmlns:a16="http://schemas.microsoft.com/office/drawing/2014/main" id="{9B102265-8990-D1BC-A9F2-66CA9D922157}"/>
              </a:ext>
            </a:extLst>
          </p:cNvPr>
          <p:cNvSpPr>
            <a:spLocks noGrp="1"/>
          </p:cNvSpPr>
          <p:nvPr>
            <p:ph type="subTitle" idx="1"/>
          </p:nvPr>
        </p:nvSpPr>
        <p:spPr>
          <a:xfrm>
            <a:off x="6295260" y="4714821"/>
            <a:ext cx="3830874" cy="1496616"/>
          </a:xfrm>
        </p:spPr>
        <p:txBody>
          <a:bodyPr/>
          <a:lstStyle/>
          <a:p>
            <a:r>
              <a:rPr lang="en-US" dirty="0"/>
              <a:t>Eli Pappas &amp; Nikhil Gupta</a:t>
            </a:r>
          </a:p>
          <a:p>
            <a:r>
              <a:rPr lang="en-US" dirty="0"/>
              <a:t>Advisor: Professor Giovani </a:t>
            </a:r>
            <a:r>
              <a:rPr lang="en-US" dirty="0" err="1"/>
              <a:t>Abuaitah</a:t>
            </a:r>
            <a:endParaRPr lang="en-US" dirty="0"/>
          </a:p>
        </p:txBody>
      </p:sp>
      <p:sp>
        <p:nvSpPr>
          <p:cNvPr id="6" name="Slide Number Placeholder 5">
            <a:extLst>
              <a:ext uri="{FF2B5EF4-FFF2-40B4-BE49-F238E27FC236}">
                <a16:creationId xmlns:a16="http://schemas.microsoft.com/office/drawing/2014/main" id="{564362CF-5CE0-476A-DBD6-C8A0D85BAD5A}"/>
              </a:ext>
            </a:extLst>
          </p:cNvPr>
          <p:cNvSpPr>
            <a:spLocks noGrp="1"/>
          </p:cNvSpPr>
          <p:nvPr>
            <p:ph type="sldNum" sz="quarter" idx="12"/>
          </p:nvPr>
        </p:nvSpPr>
        <p:spPr>
          <a:xfrm>
            <a:off x="11291657" y="214858"/>
            <a:ext cx="555948" cy="338328"/>
          </a:xfrm>
        </p:spPr>
        <p:txBody>
          <a:bodyPr/>
          <a:lstStyle/>
          <a:p>
            <a:fld id="{8E274F5D-21DC-40EF-8DBA-AB9BB119E939}" type="slidenum">
              <a:rPr lang="en-US" smtClean="0"/>
              <a:pPr/>
              <a:t>1</a:t>
            </a:fld>
            <a:endParaRPr lang="en-US"/>
          </a:p>
        </p:txBody>
      </p:sp>
    </p:spTree>
    <p:extLst>
      <p:ext uri="{BB962C8B-B14F-4D97-AF65-F5344CB8AC3E}">
        <p14:creationId xmlns:p14="http://schemas.microsoft.com/office/powerpoint/2010/main" val="1489048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F5A5A-6836-F63B-0DE9-6F06F3B5AB96}"/>
              </a:ext>
            </a:extLst>
          </p:cNvPr>
          <p:cNvSpPr>
            <a:spLocks noGrp="1"/>
          </p:cNvSpPr>
          <p:nvPr>
            <p:ph type="title"/>
          </p:nvPr>
        </p:nvSpPr>
        <p:spPr/>
        <p:txBody>
          <a:bodyPr/>
          <a:lstStyle/>
          <a:p>
            <a:r>
              <a:rPr lang="en-US" dirty="0"/>
              <a:t>Goals</a:t>
            </a:r>
          </a:p>
        </p:txBody>
      </p:sp>
      <p:sp>
        <p:nvSpPr>
          <p:cNvPr id="4" name="Date Placeholder 3">
            <a:extLst>
              <a:ext uri="{FF2B5EF4-FFF2-40B4-BE49-F238E27FC236}">
                <a16:creationId xmlns:a16="http://schemas.microsoft.com/office/drawing/2014/main" id="{4AF25394-1100-85AD-0534-B8803ECC2F3C}"/>
              </a:ext>
            </a:extLst>
          </p:cNvPr>
          <p:cNvSpPr>
            <a:spLocks noGrp="1"/>
          </p:cNvSpPr>
          <p:nvPr>
            <p:ph type="dt" sz="half" idx="10"/>
          </p:nvPr>
        </p:nvSpPr>
        <p:spPr/>
        <p:txBody>
          <a:bodyPr/>
          <a:lstStyle/>
          <a:p>
            <a:fld id="{44BE14B8-5058-4271-B378-2217DE83796E}" type="datetime1">
              <a:rPr lang="en-US" smtClean="0"/>
              <a:pPr/>
              <a:t>3/21/2026</a:t>
            </a:fld>
            <a:endParaRPr lang="en-US"/>
          </a:p>
        </p:txBody>
      </p:sp>
      <p:sp>
        <p:nvSpPr>
          <p:cNvPr id="5" name="Slide Number Placeholder 4">
            <a:extLst>
              <a:ext uri="{FF2B5EF4-FFF2-40B4-BE49-F238E27FC236}">
                <a16:creationId xmlns:a16="http://schemas.microsoft.com/office/drawing/2014/main" id="{5E6017B8-F4BE-96EA-DE87-EB077C894A0E}"/>
              </a:ext>
            </a:extLst>
          </p:cNvPr>
          <p:cNvSpPr>
            <a:spLocks noGrp="1"/>
          </p:cNvSpPr>
          <p:nvPr>
            <p:ph type="sldNum" sz="quarter" idx="12"/>
          </p:nvPr>
        </p:nvSpPr>
        <p:spPr/>
        <p:txBody>
          <a:bodyPr/>
          <a:lstStyle/>
          <a:p>
            <a:fld id="{8E274F5D-21DC-40EF-8DBA-AB9BB119E939}" type="slidenum">
              <a:rPr lang="en-US" smtClean="0"/>
              <a:pPr/>
              <a:t>2</a:t>
            </a:fld>
            <a:endParaRPr lang="en-US"/>
          </a:p>
        </p:txBody>
      </p:sp>
      <p:sp>
        <p:nvSpPr>
          <p:cNvPr id="6" name="Content Placeholder 5">
            <a:extLst>
              <a:ext uri="{FF2B5EF4-FFF2-40B4-BE49-F238E27FC236}">
                <a16:creationId xmlns:a16="http://schemas.microsoft.com/office/drawing/2014/main" id="{C118E0F1-1D91-FEAF-7FE0-74B224A0764E}"/>
              </a:ext>
            </a:extLst>
          </p:cNvPr>
          <p:cNvSpPr>
            <a:spLocks noGrp="1"/>
          </p:cNvSpPr>
          <p:nvPr>
            <p:ph idx="1"/>
          </p:nvPr>
        </p:nvSpPr>
        <p:spPr/>
        <p:txBody>
          <a:bodyPr vert="horz" lIns="91440" tIns="45720" rIns="91440" bIns="45720" rtlCol="0" anchor="t">
            <a:normAutofit/>
          </a:bodyPr>
          <a:lstStyle/>
          <a:p>
            <a:r>
              <a:rPr lang="en-US" dirty="0"/>
              <a:t>This project was started as a way to generate valuable and accurate projections for NBA player statistics such as points, rebounds, and assists. This can be extremely valuable due to the nature of sportsbooks which simply set lines at where people will bet both sides, not where the actual projection for players is. Our models allow us to find what we believe to be bad lines and make recommendations based off that. This project could also provide value to team managers who need to decide which player will provide more team value in a given game. </a:t>
            </a:r>
          </a:p>
          <a:p>
            <a:endParaRPr lang="en-US" dirty="0"/>
          </a:p>
          <a:p>
            <a:r>
              <a:rPr lang="en-US" dirty="0"/>
              <a:t>This project was started with a few specific goals in mind:</a:t>
            </a:r>
          </a:p>
          <a:p>
            <a:pPr marL="285750" indent="-285750">
              <a:buChar char="•"/>
            </a:pPr>
            <a:r>
              <a:rPr lang="en-US" dirty="0">
                <a:solidFill>
                  <a:schemeClr val="accent2">
                    <a:lumMod val="60000"/>
                    <a:lumOff val="40000"/>
                  </a:schemeClr>
                </a:solidFill>
              </a:rPr>
              <a:t>Generate accurate projections</a:t>
            </a:r>
          </a:p>
          <a:p>
            <a:pPr marL="285750" indent="-285750">
              <a:buChar char="•"/>
            </a:pPr>
            <a:r>
              <a:rPr lang="en-US" dirty="0">
                <a:solidFill>
                  <a:schemeClr val="accent2">
                    <a:lumMod val="60000"/>
                    <a:lumOff val="40000"/>
                  </a:schemeClr>
                </a:solidFill>
              </a:rPr>
              <a:t>Provide an easy to navigate website to look through the projections</a:t>
            </a:r>
          </a:p>
          <a:p>
            <a:pPr marL="285750" indent="-285750">
              <a:buChar char="•"/>
            </a:pPr>
            <a:r>
              <a:rPr lang="en-US" dirty="0">
                <a:solidFill>
                  <a:schemeClr val="accent2">
                    <a:lumMod val="60000"/>
                    <a:lumOff val="40000"/>
                  </a:schemeClr>
                </a:solidFill>
              </a:rPr>
              <a:t>Analyze projections and navigate trends in the data</a:t>
            </a:r>
          </a:p>
        </p:txBody>
      </p:sp>
      <p:pic>
        <p:nvPicPr>
          <p:cNvPr id="7" name="Graphic 6" descr="Bullseye with solid fill">
            <a:extLst>
              <a:ext uri="{FF2B5EF4-FFF2-40B4-BE49-F238E27FC236}">
                <a16:creationId xmlns:a16="http://schemas.microsoft.com/office/drawing/2014/main" id="{B73D2C4B-DAA1-D146-65D4-AC0BC8D5CA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27238" y="5096507"/>
            <a:ext cx="1342393" cy="1342393"/>
          </a:xfrm>
          <a:prstGeom prst="rect">
            <a:avLst/>
          </a:prstGeom>
        </p:spPr>
      </p:pic>
    </p:spTree>
    <p:extLst>
      <p:ext uri="{BB962C8B-B14F-4D97-AF65-F5344CB8AC3E}">
        <p14:creationId xmlns:p14="http://schemas.microsoft.com/office/powerpoint/2010/main" val="1303397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A156A-810A-ABDF-2454-88E4E6EC71C4}"/>
              </a:ext>
            </a:extLst>
          </p:cNvPr>
          <p:cNvSpPr>
            <a:spLocks noGrp="1"/>
          </p:cNvSpPr>
          <p:nvPr>
            <p:ph type="title"/>
          </p:nvPr>
        </p:nvSpPr>
        <p:spPr/>
        <p:txBody>
          <a:bodyPr/>
          <a:lstStyle/>
          <a:p>
            <a:r>
              <a:rPr lang="en-US" dirty="0"/>
              <a:t>Intellectual Merits</a:t>
            </a:r>
          </a:p>
        </p:txBody>
      </p:sp>
      <p:sp>
        <p:nvSpPr>
          <p:cNvPr id="4" name="Date Placeholder 3">
            <a:extLst>
              <a:ext uri="{FF2B5EF4-FFF2-40B4-BE49-F238E27FC236}">
                <a16:creationId xmlns:a16="http://schemas.microsoft.com/office/drawing/2014/main" id="{D1D7FDAD-FEA9-2DDC-E8F8-E85B78D35580}"/>
              </a:ext>
            </a:extLst>
          </p:cNvPr>
          <p:cNvSpPr>
            <a:spLocks noGrp="1"/>
          </p:cNvSpPr>
          <p:nvPr>
            <p:ph type="dt" sz="half" idx="10"/>
          </p:nvPr>
        </p:nvSpPr>
        <p:spPr/>
        <p:txBody>
          <a:bodyPr/>
          <a:lstStyle/>
          <a:p>
            <a:fld id="{44BE14B8-5058-4271-B378-2217DE83796E}" type="datetime1">
              <a:rPr lang="en-US" smtClean="0"/>
              <a:pPr/>
              <a:t>3/21/2026</a:t>
            </a:fld>
            <a:endParaRPr lang="en-US"/>
          </a:p>
        </p:txBody>
      </p:sp>
      <p:sp>
        <p:nvSpPr>
          <p:cNvPr id="5" name="Slide Number Placeholder 4">
            <a:extLst>
              <a:ext uri="{FF2B5EF4-FFF2-40B4-BE49-F238E27FC236}">
                <a16:creationId xmlns:a16="http://schemas.microsoft.com/office/drawing/2014/main" id="{70392375-0008-1825-5AA8-44BAFC8A245F}"/>
              </a:ext>
            </a:extLst>
          </p:cNvPr>
          <p:cNvSpPr>
            <a:spLocks noGrp="1"/>
          </p:cNvSpPr>
          <p:nvPr>
            <p:ph type="sldNum" sz="quarter" idx="12"/>
          </p:nvPr>
        </p:nvSpPr>
        <p:spPr/>
        <p:txBody>
          <a:bodyPr/>
          <a:lstStyle/>
          <a:p>
            <a:fld id="{8E274F5D-21DC-40EF-8DBA-AB9BB119E939}" type="slidenum">
              <a:rPr lang="en-US" smtClean="0"/>
              <a:pPr/>
              <a:t>3</a:t>
            </a:fld>
            <a:endParaRPr lang="en-US"/>
          </a:p>
        </p:txBody>
      </p:sp>
      <p:sp>
        <p:nvSpPr>
          <p:cNvPr id="6" name="Content Placeholder 5">
            <a:extLst>
              <a:ext uri="{FF2B5EF4-FFF2-40B4-BE49-F238E27FC236}">
                <a16:creationId xmlns:a16="http://schemas.microsoft.com/office/drawing/2014/main" id="{3799EA88-A55A-D8D5-2502-3690C516784B}"/>
              </a:ext>
            </a:extLst>
          </p:cNvPr>
          <p:cNvSpPr>
            <a:spLocks noGrp="1"/>
          </p:cNvSpPr>
          <p:nvPr>
            <p:ph idx="1"/>
          </p:nvPr>
        </p:nvSpPr>
        <p:spPr/>
        <p:txBody>
          <a:bodyPr vert="horz" lIns="91440" tIns="45720" rIns="91440" bIns="45720" rtlCol="0" anchor="t">
            <a:normAutofit/>
          </a:bodyPr>
          <a:lstStyle/>
          <a:p>
            <a:pPr marL="285750" indent="-285750">
              <a:buChar char="•"/>
            </a:pPr>
            <a:r>
              <a:rPr lang="en-US" dirty="0"/>
              <a:t>This project allows for an interesting dive into sports data which often can be sporadic and random at times. We have both seen the application of machine learning to game outcomes, but we branched out and attempted a true number generation for player stats which we haven't seen done.</a:t>
            </a:r>
          </a:p>
          <a:p>
            <a:pPr marL="285750" indent="-285750">
              <a:buChar char="•"/>
            </a:pPr>
            <a:r>
              <a:rPr lang="en-US" dirty="0">
                <a:highlight>
                  <a:srgbClr val="808000"/>
                </a:highlight>
              </a:rPr>
              <a:t>We are utilizing a couple different machine learning models such as a recurrent neural net (RNN) and </a:t>
            </a:r>
            <a:r>
              <a:rPr lang="en-US" dirty="0" err="1">
                <a:highlight>
                  <a:srgbClr val="808000"/>
                </a:highlight>
              </a:rPr>
              <a:t>XGBoost</a:t>
            </a:r>
            <a:r>
              <a:rPr lang="en-US" dirty="0">
                <a:highlight>
                  <a:srgbClr val="808000"/>
                </a:highlight>
              </a:rPr>
              <a:t>. We initially relied on simple linear regression (LR), binary classifier, and random forest. We are combining all these models to create an ensemble.</a:t>
            </a:r>
          </a:p>
          <a:p>
            <a:pPr marL="285750" indent="-285750">
              <a:buChar char="•"/>
            </a:pPr>
            <a:r>
              <a:rPr lang="en-US" dirty="0"/>
              <a:t>This project has required us both to learn more about ML and specific models as well as to learn more tools which we foresee ourselves utilizing in industry such as Postgres.</a:t>
            </a:r>
          </a:p>
        </p:txBody>
      </p:sp>
      <p:pic>
        <p:nvPicPr>
          <p:cNvPr id="7" name="Graphic 6" descr="Graduation cap outline">
            <a:extLst>
              <a:ext uri="{FF2B5EF4-FFF2-40B4-BE49-F238E27FC236}">
                <a16:creationId xmlns:a16="http://schemas.microsoft.com/office/drawing/2014/main" id="{CF132D79-29A2-6356-FCC2-618A3BC5842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86391" y="5481928"/>
            <a:ext cx="1161214" cy="1161214"/>
          </a:xfrm>
          <a:prstGeom prst="rect">
            <a:avLst/>
          </a:prstGeom>
        </p:spPr>
      </p:pic>
    </p:spTree>
    <p:extLst>
      <p:ext uri="{BB962C8B-B14F-4D97-AF65-F5344CB8AC3E}">
        <p14:creationId xmlns:p14="http://schemas.microsoft.com/office/powerpoint/2010/main" val="857065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55473-CCB2-9DF1-1027-0545A24BC2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DE92E-7CD4-1D2C-260F-E23FA3EF2588}"/>
              </a:ext>
            </a:extLst>
          </p:cNvPr>
          <p:cNvSpPr>
            <a:spLocks noGrp="1"/>
          </p:cNvSpPr>
          <p:nvPr>
            <p:ph type="title"/>
          </p:nvPr>
        </p:nvSpPr>
        <p:spPr/>
        <p:txBody>
          <a:bodyPr/>
          <a:lstStyle/>
          <a:p>
            <a:r>
              <a:rPr lang="en-US" dirty="0"/>
              <a:t>Broader Impacts</a:t>
            </a:r>
          </a:p>
        </p:txBody>
      </p:sp>
      <p:sp>
        <p:nvSpPr>
          <p:cNvPr id="4" name="Date Placeholder 3">
            <a:extLst>
              <a:ext uri="{FF2B5EF4-FFF2-40B4-BE49-F238E27FC236}">
                <a16:creationId xmlns:a16="http://schemas.microsoft.com/office/drawing/2014/main" id="{AF61BEAF-275F-3A47-8918-F5D9D12BAE2B}"/>
              </a:ext>
            </a:extLst>
          </p:cNvPr>
          <p:cNvSpPr>
            <a:spLocks noGrp="1"/>
          </p:cNvSpPr>
          <p:nvPr>
            <p:ph type="dt" sz="half" idx="10"/>
          </p:nvPr>
        </p:nvSpPr>
        <p:spPr/>
        <p:txBody>
          <a:bodyPr/>
          <a:lstStyle/>
          <a:p>
            <a:fld id="{44BE14B8-5058-4271-B378-2217DE83796E}" type="datetime1">
              <a:rPr lang="en-US" smtClean="0"/>
              <a:pPr/>
              <a:t>3/21/2026</a:t>
            </a:fld>
            <a:endParaRPr lang="en-US"/>
          </a:p>
        </p:txBody>
      </p:sp>
      <p:sp>
        <p:nvSpPr>
          <p:cNvPr id="5" name="Slide Number Placeholder 4">
            <a:extLst>
              <a:ext uri="{FF2B5EF4-FFF2-40B4-BE49-F238E27FC236}">
                <a16:creationId xmlns:a16="http://schemas.microsoft.com/office/drawing/2014/main" id="{6C596D90-8E82-6369-CCD0-4033FD2B7857}"/>
              </a:ext>
            </a:extLst>
          </p:cNvPr>
          <p:cNvSpPr>
            <a:spLocks noGrp="1"/>
          </p:cNvSpPr>
          <p:nvPr>
            <p:ph type="sldNum" sz="quarter" idx="12"/>
          </p:nvPr>
        </p:nvSpPr>
        <p:spPr/>
        <p:txBody>
          <a:bodyPr/>
          <a:lstStyle/>
          <a:p>
            <a:fld id="{8E274F5D-21DC-40EF-8DBA-AB9BB119E939}" type="slidenum">
              <a:rPr lang="en-US" smtClean="0"/>
              <a:pPr/>
              <a:t>4</a:t>
            </a:fld>
            <a:endParaRPr lang="en-US"/>
          </a:p>
        </p:txBody>
      </p:sp>
      <p:pic>
        <p:nvPicPr>
          <p:cNvPr id="7" name="Graphic 6" descr="Ripple with solid fill">
            <a:extLst>
              <a:ext uri="{FF2B5EF4-FFF2-40B4-BE49-F238E27FC236}">
                <a16:creationId xmlns:a16="http://schemas.microsoft.com/office/drawing/2014/main" id="{7D660A5A-D3EF-7E9D-96CB-FEFF98F3926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94076" y="5374635"/>
            <a:ext cx="1268507" cy="1268507"/>
          </a:xfrm>
          <a:prstGeom prst="rect">
            <a:avLst/>
          </a:prstGeom>
        </p:spPr>
      </p:pic>
      <p:sp>
        <p:nvSpPr>
          <p:cNvPr id="8" name="Rectangle 2">
            <a:extLst>
              <a:ext uri="{FF2B5EF4-FFF2-40B4-BE49-F238E27FC236}">
                <a16:creationId xmlns:a16="http://schemas.microsoft.com/office/drawing/2014/main" id="{54B96776-6474-AA61-95A8-2CAF643CEDF9}"/>
              </a:ext>
            </a:extLst>
          </p:cNvPr>
          <p:cNvSpPr>
            <a:spLocks noGrp="1" noChangeArrowheads="1"/>
          </p:cNvSpPr>
          <p:nvPr>
            <p:ph idx="1"/>
          </p:nvPr>
        </p:nvSpPr>
        <p:spPr bwMode="auto">
          <a:xfrm>
            <a:off x="429417" y="2162592"/>
            <a:ext cx="889859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Impact on Sports Management Decisions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514350" lvl="1"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Provides insights into how players perform against specific teams or team types </a:t>
            </a:r>
          </a:p>
          <a:p>
            <a:pPr marL="514350" lvl="1"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Incorporates advanced statistics such as: </a:t>
            </a:r>
          </a:p>
          <a:p>
            <a:pPr marL="971550" lvl="2"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accent2">
                    <a:lumMod val="60000"/>
                    <a:lumOff val="40000"/>
                  </a:schemeClr>
                </a:solidFill>
                <a:effectLst/>
                <a:latin typeface="Arial" panose="020B0604020202020204" pitchFamily="34" charset="0"/>
              </a:rPr>
              <a:t>Pace </a:t>
            </a:r>
          </a:p>
          <a:p>
            <a:pPr marL="971550" lvl="2"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accent2">
                    <a:lumMod val="60000"/>
                    <a:lumOff val="40000"/>
                  </a:schemeClr>
                </a:solidFill>
                <a:effectLst/>
                <a:latin typeface="Arial" panose="020B0604020202020204" pitchFamily="34" charset="0"/>
              </a:rPr>
              <a:t>Defensive rating </a:t>
            </a:r>
          </a:p>
          <a:p>
            <a:pPr marL="971550" lvl="2"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accent2">
                    <a:lumMod val="60000"/>
                    <a:lumOff val="40000"/>
                  </a:schemeClr>
                </a:solidFill>
                <a:effectLst/>
                <a:latin typeface="Arial" panose="020B0604020202020204" pitchFamily="34" charset="0"/>
              </a:rPr>
              <a:t>Offensive rating </a:t>
            </a:r>
          </a:p>
          <a:p>
            <a:pPr marL="514350" lvl="1"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Helps evaluate factors that influence player performance </a:t>
            </a:r>
          </a:p>
          <a:p>
            <a:pPr marL="514350" lvl="1"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Supports more informed and strategic decision-making </a:t>
            </a:r>
          </a:p>
          <a:p>
            <a:pPr marR="0" lvl="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Impact on the Betting Industry</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514350" lvl="1"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Educates bettors with data-driven insights </a:t>
            </a:r>
          </a:p>
          <a:p>
            <a:pPr marL="514350" lvl="1"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Helps guide betting decisions with relevant performance metrics </a:t>
            </a:r>
          </a:p>
          <a:p>
            <a:pPr marL="514350" lvl="1"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Reduces the need for extensive independent research </a:t>
            </a:r>
          </a:p>
          <a:p>
            <a:pPr marL="514350" lvl="1" indent="-285750" eaLnBrk="0" fontAlgn="base" hangingPunct="0">
              <a:lnSpc>
                <a:spcPct val="100000"/>
              </a:lnSpc>
              <a:spcBef>
                <a:spcPct val="0"/>
              </a:spcBef>
              <a:spcAft>
                <a:spcPct val="0"/>
              </a:spcAft>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Enables more informed, evidence-based choices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17912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C8EDE-D82D-EF03-87B5-58775EA72ED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C31F386-9C6E-D7E1-3B5F-09BAF75B3168}"/>
              </a:ext>
            </a:extLst>
          </p:cNvPr>
          <p:cNvSpPr/>
          <p:nvPr/>
        </p:nvSpPr>
        <p:spPr>
          <a:xfrm>
            <a:off x="7880959" y="1638822"/>
            <a:ext cx="3538602" cy="4467616"/>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7D6C2F-9D0B-9A18-9312-B1BE96982B59}"/>
              </a:ext>
            </a:extLst>
          </p:cNvPr>
          <p:cNvSpPr>
            <a:spLocks noGrp="1"/>
          </p:cNvSpPr>
          <p:nvPr>
            <p:ph type="title"/>
          </p:nvPr>
        </p:nvSpPr>
        <p:spPr>
          <a:xfrm>
            <a:off x="420791" y="1113510"/>
            <a:ext cx="9942409" cy="681460"/>
          </a:xfrm>
        </p:spPr>
        <p:txBody>
          <a:bodyPr/>
          <a:lstStyle/>
          <a:p>
            <a:r>
              <a:rPr lang="en-US" dirty="0"/>
              <a:t>Design Specifications</a:t>
            </a:r>
          </a:p>
        </p:txBody>
      </p:sp>
      <p:sp>
        <p:nvSpPr>
          <p:cNvPr id="4" name="Date Placeholder 3">
            <a:extLst>
              <a:ext uri="{FF2B5EF4-FFF2-40B4-BE49-F238E27FC236}">
                <a16:creationId xmlns:a16="http://schemas.microsoft.com/office/drawing/2014/main" id="{E1B8C333-7E0C-1DB2-33CE-30974480497D}"/>
              </a:ext>
            </a:extLst>
          </p:cNvPr>
          <p:cNvSpPr>
            <a:spLocks noGrp="1"/>
          </p:cNvSpPr>
          <p:nvPr>
            <p:ph type="dt" sz="half" idx="10"/>
          </p:nvPr>
        </p:nvSpPr>
        <p:spPr/>
        <p:txBody>
          <a:bodyPr/>
          <a:lstStyle/>
          <a:p>
            <a:fld id="{44BE14B8-5058-4271-B378-2217DE83796E}" type="datetime1">
              <a:rPr lang="en-US" smtClean="0"/>
              <a:pPr/>
              <a:t>3/21/2026</a:t>
            </a:fld>
            <a:endParaRPr lang="en-US"/>
          </a:p>
        </p:txBody>
      </p:sp>
      <p:sp>
        <p:nvSpPr>
          <p:cNvPr id="5" name="Slide Number Placeholder 4">
            <a:extLst>
              <a:ext uri="{FF2B5EF4-FFF2-40B4-BE49-F238E27FC236}">
                <a16:creationId xmlns:a16="http://schemas.microsoft.com/office/drawing/2014/main" id="{D250893B-1076-08EF-C991-511356BB4C1E}"/>
              </a:ext>
            </a:extLst>
          </p:cNvPr>
          <p:cNvSpPr>
            <a:spLocks noGrp="1"/>
          </p:cNvSpPr>
          <p:nvPr>
            <p:ph type="sldNum" sz="quarter" idx="12"/>
          </p:nvPr>
        </p:nvSpPr>
        <p:spPr/>
        <p:txBody>
          <a:bodyPr/>
          <a:lstStyle/>
          <a:p>
            <a:fld id="{8E274F5D-21DC-40EF-8DBA-AB9BB119E939}" type="slidenum">
              <a:rPr lang="en-US" smtClean="0"/>
              <a:pPr/>
              <a:t>5</a:t>
            </a:fld>
            <a:endParaRPr lang="en-US"/>
          </a:p>
        </p:txBody>
      </p:sp>
      <p:pic>
        <p:nvPicPr>
          <p:cNvPr id="7" name="Content Placeholder 6">
            <a:extLst>
              <a:ext uri="{FF2B5EF4-FFF2-40B4-BE49-F238E27FC236}">
                <a16:creationId xmlns:a16="http://schemas.microsoft.com/office/drawing/2014/main" id="{D8FBAD95-63FE-3492-9557-C99271731C07}"/>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7965018" y="1712498"/>
            <a:ext cx="3360471" cy="4305300"/>
          </a:xfrm>
          <a:prstGeom prst="rect">
            <a:avLst/>
          </a:prstGeom>
        </p:spPr>
      </p:pic>
      <p:sp>
        <p:nvSpPr>
          <p:cNvPr id="11" name="Content Placeholder 5">
            <a:extLst>
              <a:ext uri="{FF2B5EF4-FFF2-40B4-BE49-F238E27FC236}">
                <a16:creationId xmlns:a16="http://schemas.microsoft.com/office/drawing/2014/main" id="{02F1A3F2-B0AC-A2CA-BB02-9CF875D56939}"/>
              </a:ext>
            </a:extLst>
          </p:cNvPr>
          <p:cNvSpPr txBox="1">
            <a:spLocks/>
          </p:cNvSpPr>
          <p:nvPr/>
        </p:nvSpPr>
        <p:spPr>
          <a:xfrm>
            <a:off x="420950" y="1794933"/>
            <a:ext cx="7182276" cy="4313766"/>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Our project is designed in stages and in both back-end and front-end:</a:t>
            </a:r>
          </a:p>
          <a:p>
            <a:pPr marL="285750" indent="-285750">
              <a:buChar char="•"/>
            </a:pPr>
            <a:r>
              <a:rPr lang="en-US" dirty="0"/>
              <a:t>Data collection: We get our player data from a Kaggle dataset which is free and easy to get by running a script which we created. Sportsbook data comes from an API which we have a limited number of tokens for so it is used minimally.</a:t>
            </a:r>
          </a:p>
          <a:p>
            <a:pPr marL="285750" indent="-285750">
              <a:buChar char="•"/>
            </a:pPr>
            <a:r>
              <a:rPr lang="en-US" dirty="0"/>
              <a:t>Data cleaning: Included in the collection script is a cleaning function which removes retired players and any non regular-season or post-season games to cut down the file size only to data we deem valuable.</a:t>
            </a:r>
          </a:p>
          <a:p>
            <a:pPr marL="285750" indent="-285750">
              <a:buChar char="•"/>
            </a:pPr>
            <a:r>
              <a:rPr lang="en-US" dirty="0">
                <a:highlight>
                  <a:srgbClr val="808000"/>
                </a:highlight>
              </a:rPr>
              <a:t>Model training: We have multiple files for individual models, the one used most often is the RNN which we can train or run the saved model to save time on.</a:t>
            </a:r>
          </a:p>
          <a:p>
            <a:pPr marL="285750" indent="-285750">
              <a:buChar char="•"/>
            </a:pPr>
            <a:r>
              <a:rPr lang="en-US" dirty="0"/>
              <a:t>Database: After the model generates the projections they are saved to a csv which is uploaded to a Supa Base database and then grabbed from there by the website.</a:t>
            </a:r>
          </a:p>
          <a:p>
            <a:pPr marL="285750" indent="-285750">
              <a:buChar char="•"/>
            </a:pPr>
            <a:r>
              <a:rPr lang="en-US" dirty="0"/>
              <a:t>The website is our forward facing portion of the data which displays all projections in a table which is searchable and sortable.</a:t>
            </a:r>
          </a:p>
        </p:txBody>
      </p:sp>
    </p:spTree>
    <p:extLst>
      <p:ext uri="{BB962C8B-B14F-4D97-AF65-F5344CB8AC3E}">
        <p14:creationId xmlns:p14="http://schemas.microsoft.com/office/powerpoint/2010/main" val="4138941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2E731-0BAF-D402-F0C4-A214F7FDED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8843D8-3DB0-E5F7-56ED-AAD1FAA58D42}"/>
              </a:ext>
            </a:extLst>
          </p:cNvPr>
          <p:cNvSpPr>
            <a:spLocks noGrp="1"/>
          </p:cNvSpPr>
          <p:nvPr>
            <p:ph type="title"/>
          </p:nvPr>
        </p:nvSpPr>
        <p:spPr/>
        <p:txBody>
          <a:bodyPr/>
          <a:lstStyle/>
          <a:p>
            <a:r>
              <a:rPr lang="en-US" dirty="0"/>
              <a:t>Technologies</a:t>
            </a:r>
          </a:p>
        </p:txBody>
      </p:sp>
      <p:sp>
        <p:nvSpPr>
          <p:cNvPr id="4" name="Date Placeholder 3">
            <a:extLst>
              <a:ext uri="{FF2B5EF4-FFF2-40B4-BE49-F238E27FC236}">
                <a16:creationId xmlns:a16="http://schemas.microsoft.com/office/drawing/2014/main" id="{06C08216-9740-015F-BEF6-089FAB41FCDF}"/>
              </a:ext>
            </a:extLst>
          </p:cNvPr>
          <p:cNvSpPr>
            <a:spLocks noGrp="1"/>
          </p:cNvSpPr>
          <p:nvPr>
            <p:ph type="dt" sz="half" idx="10"/>
          </p:nvPr>
        </p:nvSpPr>
        <p:spPr/>
        <p:txBody>
          <a:bodyPr/>
          <a:lstStyle/>
          <a:p>
            <a:fld id="{44BE14B8-5058-4271-B378-2217DE83796E}" type="datetime1">
              <a:rPr lang="en-US" smtClean="0"/>
              <a:pPr/>
              <a:t>3/21/2026</a:t>
            </a:fld>
            <a:endParaRPr lang="en-US"/>
          </a:p>
        </p:txBody>
      </p:sp>
      <p:sp>
        <p:nvSpPr>
          <p:cNvPr id="5" name="Slide Number Placeholder 4">
            <a:extLst>
              <a:ext uri="{FF2B5EF4-FFF2-40B4-BE49-F238E27FC236}">
                <a16:creationId xmlns:a16="http://schemas.microsoft.com/office/drawing/2014/main" id="{CABD966D-02D4-A3D4-0A6B-E4A62B18DB5C}"/>
              </a:ext>
            </a:extLst>
          </p:cNvPr>
          <p:cNvSpPr>
            <a:spLocks noGrp="1"/>
          </p:cNvSpPr>
          <p:nvPr>
            <p:ph type="sldNum" sz="quarter" idx="12"/>
          </p:nvPr>
        </p:nvSpPr>
        <p:spPr/>
        <p:txBody>
          <a:bodyPr/>
          <a:lstStyle/>
          <a:p>
            <a:fld id="{8E274F5D-21DC-40EF-8DBA-AB9BB119E939}" type="slidenum">
              <a:rPr lang="en-US" smtClean="0"/>
              <a:pPr/>
              <a:t>6</a:t>
            </a:fld>
            <a:endParaRPr lang="en-US"/>
          </a:p>
        </p:txBody>
      </p:sp>
      <p:sp>
        <p:nvSpPr>
          <p:cNvPr id="6" name="Content Placeholder 5">
            <a:extLst>
              <a:ext uri="{FF2B5EF4-FFF2-40B4-BE49-F238E27FC236}">
                <a16:creationId xmlns:a16="http://schemas.microsoft.com/office/drawing/2014/main" id="{604BF58C-CD3A-68BB-14BC-20F328248CCC}"/>
              </a:ext>
            </a:extLst>
          </p:cNvPr>
          <p:cNvSpPr>
            <a:spLocks noGrp="1"/>
          </p:cNvSpPr>
          <p:nvPr>
            <p:ph idx="1"/>
          </p:nvPr>
        </p:nvSpPr>
        <p:spPr>
          <a:xfrm>
            <a:off x="420791" y="1848465"/>
            <a:ext cx="9942409" cy="4305300"/>
          </a:xfrm>
        </p:spPr>
        <p:txBody>
          <a:bodyPr vert="horz" lIns="91440" tIns="45720" rIns="91440" bIns="45720" rtlCol="0" anchor="t">
            <a:normAutofit fontScale="92500" lnSpcReduction="10000"/>
          </a:bodyPr>
          <a:lstStyle/>
          <a:p>
            <a:r>
              <a:rPr lang="en-US" sz="1500" i="1" dirty="0"/>
              <a:t>The specific technologies used for this project can be broken into several categories :</a:t>
            </a:r>
          </a:p>
          <a:p>
            <a:r>
              <a:rPr lang="en-US" b="1" dirty="0"/>
              <a:t>IDE</a:t>
            </a:r>
          </a:p>
          <a:p>
            <a:pPr marL="285750" indent="-285750">
              <a:buFont typeface="Arial" panose="020B0604020202020204" pitchFamily="34" charset="0"/>
              <a:buChar char="•"/>
            </a:pPr>
            <a:r>
              <a:rPr lang="en-US" dirty="0">
                <a:solidFill>
                  <a:schemeClr val="accent2">
                    <a:lumMod val="60000"/>
                    <a:lumOff val="40000"/>
                  </a:schemeClr>
                </a:solidFill>
              </a:rPr>
              <a:t>Visual Studio Code</a:t>
            </a:r>
          </a:p>
          <a:p>
            <a:r>
              <a:rPr lang="en-US" b="1" dirty="0"/>
              <a:t>Programming Languages</a:t>
            </a:r>
          </a:p>
          <a:p>
            <a:pPr marL="285750" indent="-285750">
              <a:buFont typeface="Arial" panose="020B0604020202020204" pitchFamily="34" charset="0"/>
              <a:buChar char="•"/>
            </a:pPr>
            <a:r>
              <a:rPr lang="en-US" dirty="0">
                <a:solidFill>
                  <a:schemeClr val="accent2">
                    <a:lumMod val="60000"/>
                    <a:lumOff val="40000"/>
                  </a:schemeClr>
                </a:solidFill>
              </a:rPr>
              <a:t>Python (pandas, scikit-learn) – ML Model Training and Data Cleaning/Update Automation</a:t>
            </a:r>
          </a:p>
          <a:p>
            <a:pPr marL="285750" indent="-285750">
              <a:buFont typeface="Arial" panose="020B0604020202020204" pitchFamily="34" charset="0"/>
              <a:buChar char="•"/>
            </a:pPr>
            <a:r>
              <a:rPr lang="en-US" dirty="0">
                <a:solidFill>
                  <a:schemeClr val="accent2">
                    <a:lumMod val="60000"/>
                    <a:lumOff val="40000"/>
                  </a:schemeClr>
                </a:solidFill>
              </a:rPr>
              <a:t>Next.js &amp; React – Frontend UI and Web Development</a:t>
            </a:r>
          </a:p>
          <a:p>
            <a:pPr marL="285750" indent="-285750">
              <a:buFont typeface="Arial" panose="020B0604020202020204" pitchFamily="34" charset="0"/>
              <a:buChar char="•"/>
            </a:pPr>
            <a:r>
              <a:rPr lang="en-US" dirty="0" err="1">
                <a:solidFill>
                  <a:schemeClr val="accent2">
                    <a:lumMod val="60000"/>
                    <a:lumOff val="40000"/>
                  </a:schemeClr>
                </a:solidFill>
              </a:rPr>
              <a:t>Jupyter</a:t>
            </a:r>
            <a:r>
              <a:rPr lang="en-US" dirty="0">
                <a:solidFill>
                  <a:schemeClr val="accent2">
                    <a:lumMod val="60000"/>
                    <a:lumOff val="40000"/>
                  </a:schemeClr>
                </a:solidFill>
              </a:rPr>
              <a:t> Notebook – ML Model Training and Dimensionality Reduction</a:t>
            </a:r>
          </a:p>
          <a:p>
            <a:r>
              <a:rPr lang="en-US" b="1" dirty="0"/>
              <a:t>ML Models</a:t>
            </a:r>
          </a:p>
          <a:p>
            <a:pPr marL="285750" indent="-285750">
              <a:buFont typeface="Arial" panose="020B0604020202020204" pitchFamily="34" charset="0"/>
              <a:buChar char="•"/>
            </a:pPr>
            <a:r>
              <a:rPr lang="en-US" dirty="0" err="1">
                <a:solidFill>
                  <a:schemeClr val="accent2">
                    <a:lumMod val="60000"/>
                    <a:lumOff val="40000"/>
                  </a:schemeClr>
                </a:solidFill>
              </a:rPr>
              <a:t>XGBoost</a:t>
            </a:r>
            <a:endParaRPr lang="en-US" dirty="0">
              <a:solidFill>
                <a:schemeClr val="accent2">
                  <a:lumMod val="60000"/>
                  <a:lumOff val="40000"/>
                </a:schemeClr>
              </a:solidFill>
            </a:endParaRPr>
          </a:p>
          <a:p>
            <a:pPr marL="285750" indent="-285750">
              <a:buFont typeface="Arial" panose="020B0604020202020204" pitchFamily="34" charset="0"/>
              <a:buChar char="•"/>
            </a:pPr>
            <a:r>
              <a:rPr lang="en-US" dirty="0">
                <a:solidFill>
                  <a:schemeClr val="accent2">
                    <a:lumMod val="60000"/>
                    <a:lumOff val="40000"/>
                  </a:schemeClr>
                </a:solidFill>
              </a:rPr>
              <a:t>Recurrent Neural Network</a:t>
            </a:r>
          </a:p>
          <a:p>
            <a:r>
              <a:rPr lang="en-US" b="1" dirty="0">
                <a:solidFill>
                  <a:srgbClr val="FFFFFF"/>
                </a:solidFill>
              </a:rPr>
              <a:t>Version Control</a:t>
            </a:r>
          </a:p>
          <a:p>
            <a:pPr marL="285750" indent="-285750">
              <a:buFont typeface="Arial" panose="020B0604020202020204" pitchFamily="34" charset="0"/>
              <a:buChar char="•"/>
            </a:pPr>
            <a:r>
              <a:rPr lang="en-US" dirty="0">
                <a:solidFill>
                  <a:schemeClr val="accent2">
                    <a:lumMod val="60000"/>
                    <a:lumOff val="40000"/>
                  </a:schemeClr>
                </a:solidFill>
              </a:rPr>
              <a:t>GitHub</a:t>
            </a:r>
          </a:p>
        </p:txBody>
      </p:sp>
      <p:pic>
        <p:nvPicPr>
          <p:cNvPr id="7" name="Graphic 6" descr="Internet outline">
            <a:extLst>
              <a:ext uri="{FF2B5EF4-FFF2-40B4-BE49-F238E27FC236}">
                <a16:creationId xmlns:a16="http://schemas.microsoft.com/office/drawing/2014/main" id="{79C8C133-8143-2696-6C0D-E84AC74DFDA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75604" y="5547537"/>
            <a:ext cx="1095605" cy="1095605"/>
          </a:xfrm>
          <a:prstGeom prst="rect">
            <a:avLst/>
          </a:prstGeom>
        </p:spPr>
      </p:pic>
    </p:spTree>
    <p:extLst>
      <p:ext uri="{BB962C8B-B14F-4D97-AF65-F5344CB8AC3E}">
        <p14:creationId xmlns:p14="http://schemas.microsoft.com/office/powerpoint/2010/main" val="574894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F9009-2C74-93C7-7321-D44B5E12A7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A767F4-74B3-817E-6A0F-28957ED444FE}"/>
              </a:ext>
            </a:extLst>
          </p:cNvPr>
          <p:cNvSpPr>
            <a:spLocks noGrp="1"/>
          </p:cNvSpPr>
          <p:nvPr>
            <p:ph type="title"/>
          </p:nvPr>
        </p:nvSpPr>
        <p:spPr/>
        <p:txBody>
          <a:bodyPr/>
          <a:lstStyle/>
          <a:p>
            <a:r>
              <a:rPr lang="en-US" dirty="0"/>
              <a:t>Milestones</a:t>
            </a:r>
          </a:p>
        </p:txBody>
      </p:sp>
      <p:sp>
        <p:nvSpPr>
          <p:cNvPr id="4" name="Date Placeholder 3">
            <a:extLst>
              <a:ext uri="{FF2B5EF4-FFF2-40B4-BE49-F238E27FC236}">
                <a16:creationId xmlns:a16="http://schemas.microsoft.com/office/drawing/2014/main" id="{A890E7BA-432E-78B6-86DA-D97B07A97066}"/>
              </a:ext>
            </a:extLst>
          </p:cNvPr>
          <p:cNvSpPr>
            <a:spLocks noGrp="1"/>
          </p:cNvSpPr>
          <p:nvPr>
            <p:ph type="dt" sz="half" idx="10"/>
          </p:nvPr>
        </p:nvSpPr>
        <p:spPr/>
        <p:txBody>
          <a:bodyPr/>
          <a:lstStyle/>
          <a:p>
            <a:fld id="{44BE14B8-5058-4271-B378-2217DE83796E}" type="datetime1">
              <a:rPr lang="en-US" smtClean="0"/>
              <a:pPr/>
              <a:t>3/21/2026</a:t>
            </a:fld>
            <a:endParaRPr lang="en-US"/>
          </a:p>
        </p:txBody>
      </p:sp>
      <p:sp>
        <p:nvSpPr>
          <p:cNvPr id="5" name="Slide Number Placeholder 4">
            <a:extLst>
              <a:ext uri="{FF2B5EF4-FFF2-40B4-BE49-F238E27FC236}">
                <a16:creationId xmlns:a16="http://schemas.microsoft.com/office/drawing/2014/main" id="{4F14190D-9E60-1B02-36D4-00A10671FA39}"/>
              </a:ext>
            </a:extLst>
          </p:cNvPr>
          <p:cNvSpPr>
            <a:spLocks noGrp="1"/>
          </p:cNvSpPr>
          <p:nvPr>
            <p:ph type="sldNum" sz="quarter" idx="12"/>
          </p:nvPr>
        </p:nvSpPr>
        <p:spPr/>
        <p:txBody>
          <a:bodyPr/>
          <a:lstStyle/>
          <a:p>
            <a:fld id="{8E274F5D-21DC-40EF-8DBA-AB9BB119E939}" type="slidenum">
              <a:rPr lang="en-US" smtClean="0"/>
              <a:pPr/>
              <a:t>7</a:t>
            </a:fld>
            <a:endParaRPr lang="en-US"/>
          </a:p>
        </p:txBody>
      </p:sp>
      <p:sp>
        <p:nvSpPr>
          <p:cNvPr id="6" name="Content Placeholder 5">
            <a:extLst>
              <a:ext uri="{FF2B5EF4-FFF2-40B4-BE49-F238E27FC236}">
                <a16:creationId xmlns:a16="http://schemas.microsoft.com/office/drawing/2014/main" id="{4CCF0FA6-7D3E-384D-FF2F-FA5AF9CD7B27}"/>
              </a:ext>
            </a:extLst>
          </p:cNvPr>
          <p:cNvSpPr>
            <a:spLocks noGrp="1"/>
          </p:cNvSpPr>
          <p:nvPr>
            <p:ph idx="1"/>
          </p:nvPr>
        </p:nvSpPr>
        <p:spPr/>
        <p:txBody>
          <a:bodyPr vert="horz" lIns="91440" tIns="45720" rIns="91440" bIns="45720" rtlCol="0" anchor="t">
            <a:normAutofit/>
          </a:bodyPr>
          <a:lstStyle/>
          <a:p>
            <a:r>
              <a:rPr lang="en-US" dirty="0"/>
              <a:t>Our primary goal for each players’ projections is to achieve at least 60% accuracy before the Expo so that we can display that the app has some foundational reliability. We are still working on tweaks to improve the model and training to achieve and surpass that benchmark. </a:t>
            </a:r>
          </a:p>
          <a:p>
            <a:endParaRPr lang="en-US" dirty="0"/>
          </a:p>
          <a:p>
            <a:r>
              <a:rPr lang="en-US" dirty="0"/>
              <a:t>Our secondary goal is to provide users with a easy-to-use interface that gives them as much information as they need to see how players are expected to do over the course of the season. We have a couple extra features planned for this if we have extra time such as individual player profiles that give in-depth looks for each players’ predicted stats.</a:t>
            </a:r>
          </a:p>
        </p:txBody>
      </p:sp>
      <p:pic>
        <p:nvPicPr>
          <p:cNvPr id="7" name="Graphic 6" descr="Clipboard Checked with solid fill">
            <a:extLst>
              <a:ext uri="{FF2B5EF4-FFF2-40B4-BE49-F238E27FC236}">
                <a16:creationId xmlns:a16="http://schemas.microsoft.com/office/drawing/2014/main" id="{CB2102DC-5112-57AB-34EB-5E98C7F15F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848183" y="5524500"/>
            <a:ext cx="914400" cy="914400"/>
          </a:xfrm>
          <a:prstGeom prst="rect">
            <a:avLst/>
          </a:prstGeom>
        </p:spPr>
      </p:pic>
    </p:spTree>
    <p:extLst>
      <p:ext uri="{BB962C8B-B14F-4D97-AF65-F5344CB8AC3E}">
        <p14:creationId xmlns:p14="http://schemas.microsoft.com/office/powerpoint/2010/main" val="3143329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A7C87-49C0-CC20-5FD9-9B1F552680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14A7C-E0A2-9695-FC16-372389D8C1ED}"/>
              </a:ext>
            </a:extLst>
          </p:cNvPr>
          <p:cNvSpPr>
            <a:spLocks noGrp="1"/>
          </p:cNvSpPr>
          <p:nvPr>
            <p:ph type="title"/>
          </p:nvPr>
        </p:nvSpPr>
        <p:spPr/>
        <p:txBody>
          <a:bodyPr/>
          <a:lstStyle/>
          <a:p>
            <a:r>
              <a:rPr lang="en-US" dirty="0"/>
              <a:t>Results</a:t>
            </a:r>
          </a:p>
        </p:txBody>
      </p:sp>
      <p:sp>
        <p:nvSpPr>
          <p:cNvPr id="4" name="Date Placeholder 3">
            <a:extLst>
              <a:ext uri="{FF2B5EF4-FFF2-40B4-BE49-F238E27FC236}">
                <a16:creationId xmlns:a16="http://schemas.microsoft.com/office/drawing/2014/main" id="{A373ABA7-EBE9-A189-AB03-A3B4CE817AB4}"/>
              </a:ext>
            </a:extLst>
          </p:cNvPr>
          <p:cNvSpPr>
            <a:spLocks noGrp="1"/>
          </p:cNvSpPr>
          <p:nvPr>
            <p:ph type="dt" sz="half" idx="10"/>
          </p:nvPr>
        </p:nvSpPr>
        <p:spPr/>
        <p:txBody>
          <a:bodyPr/>
          <a:lstStyle/>
          <a:p>
            <a:fld id="{44BE14B8-5058-4271-B378-2217DE83796E}" type="datetime1">
              <a:rPr lang="en-US" smtClean="0"/>
              <a:pPr/>
              <a:t>3/21/2026</a:t>
            </a:fld>
            <a:endParaRPr lang="en-US"/>
          </a:p>
        </p:txBody>
      </p:sp>
      <p:sp>
        <p:nvSpPr>
          <p:cNvPr id="5" name="Slide Number Placeholder 4">
            <a:extLst>
              <a:ext uri="{FF2B5EF4-FFF2-40B4-BE49-F238E27FC236}">
                <a16:creationId xmlns:a16="http://schemas.microsoft.com/office/drawing/2014/main" id="{5DB75C86-A49B-F20D-20DD-40001B5E6756}"/>
              </a:ext>
            </a:extLst>
          </p:cNvPr>
          <p:cNvSpPr>
            <a:spLocks noGrp="1"/>
          </p:cNvSpPr>
          <p:nvPr>
            <p:ph type="sldNum" sz="quarter" idx="12"/>
          </p:nvPr>
        </p:nvSpPr>
        <p:spPr/>
        <p:txBody>
          <a:bodyPr/>
          <a:lstStyle/>
          <a:p>
            <a:fld id="{8E274F5D-21DC-40EF-8DBA-AB9BB119E939}" type="slidenum">
              <a:rPr lang="en-US" smtClean="0"/>
              <a:pPr/>
              <a:t>8</a:t>
            </a:fld>
            <a:endParaRPr lang="en-US"/>
          </a:p>
        </p:txBody>
      </p:sp>
      <p:sp>
        <p:nvSpPr>
          <p:cNvPr id="6" name="Content Placeholder 5">
            <a:extLst>
              <a:ext uri="{FF2B5EF4-FFF2-40B4-BE49-F238E27FC236}">
                <a16:creationId xmlns:a16="http://schemas.microsoft.com/office/drawing/2014/main" id="{99C2FDE4-93C7-1945-F5E2-59141AFFBE1B}"/>
              </a:ext>
            </a:extLst>
          </p:cNvPr>
          <p:cNvSpPr>
            <a:spLocks noGrp="1"/>
          </p:cNvSpPr>
          <p:nvPr>
            <p:ph idx="1"/>
          </p:nvPr>
        </p:nvSpPr>
        <p:spPr/>
        <p:txBody>
          <a:bodyPr/>
          <a:lstStyle/>
          <a:p>
            <a:r>
              <a:rPr lang="en-US" dirty="0"/>
              <a:t>We made good progress since we started implementation last semester:</a:t>
            </a:r>
          </a:p>
          <a:p>
            <a:pPr marL="285750" indent="-285750">
              <a:buFont typeface="Arial" panose="020B0604020202020204" pitchFamily="34" charset="0"/>
              <a:buChar char="•"/>
            </a:pPr>
            <a:r>
              <a:rPr lang="en-US" dirty="0"/>
              <a:t>We implemented a Recurrent Neural Network and </a:t>
            </a:r>
            <a:r>
              <a:rPr lang="en-US" dirty="0" err="1"/>
              <a:t>XGBoost</a:t>
            </a:r>
            <a:r>
              <a:rPr lang="en-US" dirty="0"/>
              <a:t> model where the combined prediction between the two models’ outputs for each statistic</a:t>
            </a:r>
          </a:p>
          <a:p>
            <a:pPr marL="514350" lvl="1" indent="-285750">
              <a:buFont typeface="Arial" panose="020B0604020202020204" pitchFamily="34" charset="0"/>
              <a:buChar char="•"/>
            </a:pPr>
            <a:r>
              <a:rPr lang="en-US" dirty="0">
                <a:solidFill>
                  <a:schemeClr val="accent2">
                    <a:lumMod val="60000"/>
                    <a:lumOff val="40000"/>
                  </a:schemeClr>
                </a:solidFill>
              </a:rPr>
              <a:t>Current accuracy is averaging 50%</a:t>
            </a:r>
            <a:endParaRPr lang="en-US" dirty="0"/>
          </a:p>
          <a:p>
            <a:pPr marL="285750" indent="-285750">
              <a:buFont typeface="Arial" panose="020B0604020202020204" pitchFamily="34" charset="0"/>
              <a:buChar char="•"/>
            </a:pPr>
            <a:r>
              <a:rPr lang="en-US" dirty="0"/>
              <a:t>We automated the scripts to update the data with each night of new NBA games to feed into the models</a:t>
            </a:r>
          </a:p>
          <a:p>
            <a:pPr marL="514350" lvl="1" indent="-285750">
              <a:buFont typeface="Arial" panose="020B0604020202020204" pitchFamily="34" charset="0"/>
              <a:buChar char="•"/>
            </a:pPr>
            <a:r>
              <a:rPr lang="en-US" dirty="0">
                <a:solidFill>
                  <a:schemeClr val="accent2">
                    <a:lumMod val="60000"/>
                    <a:lumOff val="40000"/>
                  </a:schemeClr>
                </a:solidFill>
              </a:rPr>
              <a:t>Planning to account for outlier statistics like injuries into training to ground over optimistic predictions</a:t>
            </a:r>
          </a:p>
          <a:p>
            <a:pPr marL="285750" indent="-285750">
              <a:buFont typeface="Arial" panose="020B0604020202020204" pitchFamily="34" charset="0"/>
              <a:buChar char="•"/>
            </a:pPr>
            <a:r>
              <a:rPr lang="en-US" dirty="0"/>
              <a:t>UI and website is complete, with a landing page, projection table, projection history and sports line recommendations fully implemented</a:t>
            </a:r>
          </a:p>
          <a:p>
            <a:pPr marL="514350" lvl="1" indent="-285750">
              <a:buFont typeface="Arial" panose="020B0604020202020204" pitchFamily="34" charset="0"/>
              <a:buChar char="•"/>
            </a:pPr>
            <a:r>
              <a:rPr lang="en-US" dirty="0">
                <a:solidFill>
                  <a:schemeClr val="accent2">
                    <a:lumMod val="60000"/>
                    <a:lumOff val="40000"/>
                  </a:schemeClr>
                </a:solidFill>
              </a:rPr>
              <a:t>Projection Table houses all player projections for their most important stats like Points, Assists, Rebounds and PRA (combination of all three to measure overall impact on game)</a:t>
            </a:r>
          </a:p>
          <a:p>
            <a:pPr marL="514350" lvl="1" indent="-285750">
              <a:buFont typeface="Arial" panose="020B0604020202020204" pitchFamily="34" charset="0"/>
              <a:buChar char="•"/>
            </a:pPr>
            <a:r>
              <a:rPr lang="en-US" dirty="0">
                <a:solidFill>
                  <a:schemeClr val="accent2">
                    <a:lumMod val="60000"/>
                    <a:lumOff val="40000"/>
                  </a:schemeClr>
                </a:solidFill>
              </a:rPr>
              <a:t>Projection History displays bar chart distribution of each stats past predictions</a:t>
            </a:r>
          </a:p>
          <a:p>
            <a:pPr marL="514350" lvl="1" indent="-285750">
              <a:buFont typeface="Arial" panose="020B0604020202020204" pitchFamily="34" charset="0"/>
              <a:buChar char="•"/>
            </a:pPr>
            <a:r>
              <a:rPr lang="en-US" dirty="0">
                <a:solidFill>
                  <a:schemeClr val="accent2">
                    <a:lumMod val="60000"/>
                    <a:lumOff val="40000"/>
                  </a:schemeClr>
                </a:solidFill>
              </a:rPr>
              <a:t>Recommendations gives an over/under evaluation by comparing our predictions to official sports line betting predictions to give viewers a full range of where each player’s performance is projected</a:t>
            </a:r>
          </a:p>
        </p:txBody>
      </p:sp>
      <p:pic>
        <p:nvPicPr>
          <p:cNvPr id="7" name="Graphic 6" descr="Presentation with pie chart with solid fill">
            <a:extLst>
              <a:ext uri="{FF2B5EF4-FFF2-40B4-BE49-F238E27FC236}">
                <a16:creationId xmlns:a16="http://schemas.microsoft.com/office/drawing/2014/main" id="{11C8529F-D866-DBDE-DB8C-323DBAB2DEF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33205" y="5728742"/>
            <a:ext cx="914400" cy="914400"/>
          </a:xfrm>
          <a:prstGeom prst="rect">
            <a:avLst/>
          </a:prstGeom>
        </p:spPr>
      </p:pic>
    </p:spTree>
    <p:extLst>
      <p:ext uri="{BB962C8B-B14F-4D97-AF65-F5344CB8AC3E}">
        <p14:creationId xmlns:p14="http://schemas.microsoft.com/office/powerpoint/2010/main" val="2397233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DBB25-00AA-ABAD-4EBD-B2F1CFEC0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1425B-7395-FEF1-BD7B-0EFD83FEA3E8}"/>
              </a:ext>
            </a:extLst>
          </p:cNvPr>
          <p:cNvSpPr>
            <a:spLocks noGrp="1"/>
          </p:cNvSpPr>
          <p:nvPr>
            <p:ph type="title"/>
          </p:nvPr>
        </p:nvSpPr>
        <p:spPr/>
        <p:txBody>
          <a:bodyPr/>
          <a:lstStyle/>
          <a:p>
            <a:r>
              <a:rPr lang="en-US" dirty="0"/>
              <a:t>Challenges</a:t>
            </a:r>
          </a:p>
        </p:txBody>
      </p:sp>
      <p:sp>
        <p:nvSpPr>
          <p:cNvPr id="4" name="Date Placeholder 3">
            <a:extLst>
              <a:ext uri="{FF2B5EF4-FFF2-40B4-BE49-F238E27FC236}">
                <a16:creationId xmlns:a16="http://schemas.microsoft.com/office/drawing/2014/main" id="{DF40DC1B-9B63-E746-A086-87C3E0764B25}"/>
              </a:ext>
            </a:extLst>
          </p:cNvPr>
          <p:cNvSpPr>
            <a:spLocks noGrp="1"/>
          </p:cNvSpPr>
          <p:nvPr>
            <p:ph type="dt" sz="half" idx="10"/>
          </p:nvPr>
        </p:nvSpPr>
        <p:spPr/>
        <p:txBody>
          <a:bodyPr/>
          <a:lstStyle/>
          <a:p>
            <a:fld id="{44BE14B8-5058-4271-B378-2217DE83796E}" type="datetime1">
              <a:rPr lang="en-US" smtClean="0"/>
              <a:pPr/>
              <a:t>3/21/2026</a:t>
            </a:fld>
            <a:endParaRPr lang="en-US"/>
          </a:p>
        </p:txBody>
      </p:sp>
      <p:sp>
        <p:nvSpPr>
          <p:cNvPr id="5" name="Slide Number Placeholder 4">
            <a:extLst>
              <a:ext uri="{FF2B5EF4-FFF2-40B4-BE49-F238E27FC236}">
                <a16:creationId xmlns:a16="http://schemas.microsoft.com/office/drawing/2014/main" id="{D9EA739F-D746-3A54-C35A-F07D550E97D8}"/>
              </a:ext>
            </a:extLst>
          </p:cNvPr>
          <p:cNvSpPr>
            <a:spLocks noGrp="1"/>
          </p:cNvSpPr>
          <p:nvPr>
            <p:ph type="sldNum" sz="quarter" idx="12"/>
          </p:nvPr>
        </p:nvSpPr>
        <p:spPr/>
        <p:txBody>
          <a:bodyPr/>
          <a:lstStyle/>
          <a:p>
            <a:fld id="{8E274F5D-21DC-40EF-8DBA-AB9BB119E939}" type="slidenum">
              <a:rPr lang="en-US" smtClean="0"/>
              <a:pPr/>
              <a:t>9</a:t>
            </a:fld>
            <a:endParaRPr lang="en-US"/>
          </a:p>
        </p:txBody>
      </p:sp>
      <p:sp>
        <p:nvSpPr>
          <p:cNvPr id="6" name="Content Placeholder 5">
            <a:extLst>
              <a:ext uri="{FF2B5EF4-FFF2-40B4-BE49-F238E27FC236}">
                <a16:creationId xmlns:a16="http://schemas.microsoft.com/office/drawing/2014/main" id="{6185497E-AA3F-CD65-1C85-67D3701DC1AB}"/>
              </a:ext>
            </a:extLst>
          </p:cNvPr>
          <p:cNvSpPr>
            <a:spLocks noGrp="1"/>
          </p:cNvSpPr>
          <p:nvPr>
            <p:ph idx="1"/>
          </p:nvPr>
        </p:nvSpPr>
        <p:spPr/>
        <p:txBody>
          <a:bodyPr/>
          <a:lstStyle/>
          <a:p>
            <a:r>
              <a:rPr lang="en-US" dirty="0"/>
              <a:t>Our biggest challenge was with the API and data source</a:t>
            </a:r>
          </a:p>
          <a:p>
            <a:pPr marL="285750" indent="-285750">
              <a:buFont typeface="Arial" panose="020B0604020202020204" pitchFamily="34" charset="0"/>
              <a:buChar char="•"/>
            </a:pPr>
            <a:r>
              <a:rPr lang="en-US" dirty="0"/>
              <a:t>Finding a reliable data source was initially difficult, with some requiring payment for tokens to access stats, and others not up to date with the current season’s games and active players</a:t>
            </a:r>
          </a:p>
          <a:p>
            <a:pPr marL="514350" lvl="1" indent="-285750">
              <a:buFont typeface="Arial" panose="020B0604020202020204" pitchFamily="34" charset="0"/>
              <a:buChar char="•"/>
            </a:pPr>
            <a:r>
              <a:rPr lang="en-US" dirty="0">
                <a:solidFill>
                  <a:schemeClr val="accent2">
                    <a:lumMod val="60000"/>
                    <a:lumOff val="40000"/>
                  </a:schemeClr>
                </a:solidFill>
              </a:rPr>
              <a:t>We found a good source from Kaggle, containing all the player statistics we need to properly train our models, and it would continuously update with new game stats throughout the season</a:t>
            </a:r>
          </a:p>
          <a:p>
            <a:pPr marL="285750" indent="-285750">
              <a:buFont typeface="Arial" panose="020B0604020202020204" pitchFamily="34" charset="0"/>
              <a:buChar char="•"/>
            </a:pPr>
            <a:r>
              <a:rPr lang="en-US" dirty="0"/>
              <a:t>The API for tracking active NBA players this season was also a challenge to work with, since there was an incident where someone outside changed the logic of one of the API getter functions, temporarily breaking our project</a:t>
            </a:r>
          </a:p>
          <a:p>
            <a:pPr marL="514350" lvl="1" indent="-285750">
              <a:buFont typeface="Arial" panose="020B0604020202020204" pitchFamily="34" charset="0"/>
              <a:buChar char="•"/>
            </a:pPr>
            <a:r>
              <a:rPr lang="en-US" dirty="0">
                <a:solidFill>
                  <a:schemeClr val="accent2">
                    <a:lumMod val="60000"/>
                    <a:lumOff val="40000"/>
                  </a:schemeClr>
                </a:solidFill>
              </a:rPr>
              <a:t>We eventually were able to work around this and revert the logic back, but it was a necessary warning sign that we should account for sudden API changes that could stop our app from functioning.</a:t>
            </a:r>
          </a:p>
          <a:p>
            <a:r>
              <a:rPr lang="en-US" dirty="0"/>
              <a:t>The current challenge we’re working on is improving the model accuracy. Our models are currently reaching 50% accuracy, which isn’t very helpful on indicating how a player will improve over the season. We are currently investigating new training techniques and data cleaning tweaks to push our models to their fullest potential.</a:t>
            </a:r>
          </a:p>
        </p:txBody>
      </p:sp>
      <p:pic>
        <p:nvPicPr>
          <p:cNvPr id="7" name="Graphic 6" descr="Hurdle outline">
            <a:extLst>
              <a:ext uri="{FF2B5EF4-FFF2-40B4-BE49-F238E27FC236}">
                <a16:creationId xmlns:a16="http://schemas.microsoft.com/office/drawing/2014/main" id="{7A260AFC-42B7-248D-2318-26AB39A52FE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33205" y="5728742"/>
            <a:ext cx="914400" cy="914400"/>
          </a:xfrm>
          <a:prstGeom prst="rect">
            <a:avLst/>
          </a:prstGeom>
        </p:spPr>
      </p:pic>
    </p:spTree>
    <p:extLst>
      <p:ext uri="{BB962C8B-B14F-4D97-AF65-F5344CB8AC3E}">
        <p14:creationId xmlns:p14="http://schemas.microsoft.com/office/powerpoint/2010/main" val="2614586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C736F-D9CB-8978-9BCC-D84EE03DE52A}"/>
              </a:ext>
            </a:extLst>
          </p:cNvPr>
          <p:cNvSpPr>
            <a:spLocks noGrp="1"/>
          </p:cNvSpPr>
          <p:nvPr>
            <p:ph type="title"/>
          </p:nvPr>
        </p:nvSpPr>
        <p:spPr>
          <a:xfrm>
            <a:off x="1803331" y="2244850"/>
            <a:ext cx="8585337" cy="2368300"/>
          </a:xfrm>
        </p:spPr>
        <p:txBody>
          <a:bodyPr/>
          <a:lstStyle/>
          <a:p>
            <a:pPr algn="ctr"/>
            <a:r>
              <a:rPr lang="en-US" dirty="0"/>
              <a:t>Demo</a:t>
            </a:r>
          </a:p>
        </p:txBody>
      </p:sp>
      <p:sp>
        <p:nvSpPr>
          <p:cNvPr id="3" name="Footer Placeholder 2">
            <a:extLst>
              <a:ext uri="{FF2B5EF4-FFF2-40B4-BE49-F238E27FC236}">
                <a16:creationId xmlns:a16="http://schemas.microsoft.com/office/drawing/2014/main" id="{3C09BB11-8E78-306D-381E-66944E1209C4}"/>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A3FDF96-2EEC-A695-0A7B-E8A495EA0711}"/>
              </a:ext>
            </a:extLst>
          </p:cNvPr>
          <p:cNvSpPr>
            <a:spLocks noGrp="1"/>
          </p:cNvSpPr>
          <p:nvPr>
            <p:ph type="dt" sz="half" idx="10"/>
          </p:nvPr>
        </p:nvSpPr>
        <p:spPr/>
        <p:txBody>
          <a:bodyPr/>
          <a:lstStyle/>
          <a:p>
            <a:fld id="{44BE14B8-5058-4271-B378-2217DE83796E}" type="datetime1">
              <a:rPr lang="en-US" smtClean="0"/>
              <a:pPr/>
              <a:t>3/21/2026</a:t>
            </a:fld>
            <a:endParaRPr lang="en-US"/>
          </a:p>
        </p:txBody>
      </p:sp>
      <p:sp>
        <p:nvSpPr>
          <p:cNvPr id="5" name="Slide Number Placeholder 4">
            <a:extLst>
              <a:ext uri="{FF2B5EF4-FFF2-40B4-BE49-F238E27FC236}">
                <a16:creationId xmlns:a16="http://schemas.microsoft.com/office/drawing/2014/main" id="{1A421F1B-DB1A-27BF-0403-A3C5CF31DF5F}"/>
              </a:ext>
            </a:extLst>
          </p:cNvPr>
          <p:cNvSpPr>
            <a:spLocks noGrp="1"/>
          </p:cNvSpPr>
          <p:nvPr>
            <p:ph type="sldNum" sz="quarter" idx="12"/>
          </p:nvPr>
        </p:nvSpPr>
        <p:spPr/>
        <p:txBody>
          <a:bodyPr/>
          <a:lstStyle/>
          <a:p>
            <a:fld id="{8E274F5D-21DC-40EF-8DBA-AB9BB119E939}" type="slidenum">
              <a:rPr lang="en-US" smtClean="0"/>
              <a:pPr/>
              <a:t>10</a:t>
            </a:fld>
            <a:endParaRPr lang="en-US"/>
          </a:p>
        </p:txBody>
      </p:sp>
    </p:spTree>
    <p:extLst>
      <p:ext uri="{BB962C8B-B14F-4D97-AF65-F5344CB8AC3E}">
        <p14:creationId xmlns:p14="http://schemas.microsoft.com/office/powerpoint/2010/main" val="2602972971"/>
      </p:ext>
    </p:extLst>
  </p:cSld>
  <p:clrMapOvr>
    <a:masterClrMapping/>
  </p:clrMapOvr>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_win32_Liz_v4" id="{15E0A01B-C0A0-4E33-97EB-A34D3C451DCF}" vid="{FB8E1E66-9252-4554-A1C4-ACC82554D8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Image xmlns="71af3243-3dd4-4a8d-8c0d-dd76da1f02a5">
      <Url xsi:nil="true"/>
      <Description xsi:nil="true"/>
    </Image>
    <Status xmlns="71af3243-3dd4-4a8d-8c0d-dd76da1f02a5">Not started</Status>
    <Background xmlns="71af3243-3dd4-4a8d-8c0d-dd76da1f02a5">false</Background>
    <ImageTagsTaxHTField xmlns="71af3243-3dd4-4a8d-8c0d-dd76da1f02a5">
      <Terms xmlns="http://schemas.microsoft.com/office/infopath/2007/PartnerControls"/>
    </ImageTagsTaxHTField>
    <MediaServiceKeyPoints xmlns="71af3243-3dd4-4a8d-8c0d-dd76da1f02a5" xsi:nil="true"/>
    <SharedWithUsers xmlns="16c05727-aa75-4e4a-9b5f-8a80a1165891">
      <UserInfo>
        <DisplayName/>
        <AccountId xsi:nil="true"/>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60BF7B2-4A2B-4CA7-8150-68B962AD6E62}">
  <ds:schemaRefs>
    <ds:schemaRef ds:uri="71af3243-3dd4-4a8d-8c0d-dd76da1f02a5"/>
    <ds:schemaRef ds:uri="http://schemas.openxmlformats.org/package/2006/metadata/core-properties"/>
    <ds:schemaRef ds:uri="http://www.w3.org/XML/1998/namespace"/>
    <ds:schemaRef ds:uri="230e9df3-be65-4c73-a93b-d1236ebd677e"/>
    <ds:schemaRef ds:uri="http://schemas.microsoft.com/office/2006/documentManagement/types"/>
    <ds:schemaRef ds:uri="http://schemas.microsoft.com/office/infopath/2007/PartnerControls"/>
    <ds:schemaRef ds:uri="http://purl.org/dc/terms/"/>
    <ds:schemaRef ds:uri="http://schemas.microsoft.com/sharepoint/v3"/>
    <ds:schemaRef ds:uri="http://purl.org/dc/dcmitype/"/>
    <ds:schemaRef ds:uri="16c05727-aa75-4e4a-9b5f-8a80a1165891"/>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8B53938E-C8DA-4DDE-A937-0EA87B476A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7E2546-C5EB-442C-BCA8-1B0D17D61420}">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113</TotalTime>
  <Words>1130</Words>
  <Application>Microsoft Office PowerPoint</Application>
  <PresentationFormat>Widescreen</PresentationFormat>
  <Paragraphs>91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Neue Haas Grotesk Text Pro</vt:lpstr>
      <vt:lpstr>Film burn</vt:lpstr>
      <vt:lpstr>Boxscore Bot</vt:lpstr>
      <vt:lpstr>Goals</vt:lpstr>
      <vt:lpstr>Intellectual Merits</vt:lpstr>
      <vt:lpstr>Broader Impacts</vt:lpstr>
      <vt:lpstr>Design Specifications</vt:lpstr>
      <vt:lpstr>Technologies</vt:lpstr>
      <vt:lpstr>Milestones</vt:lpstr>
      <vt:lpstr>Results</vt:lpstr>
      <vt:lpstr>Challenges</vt:lpstr>
      <vt:lpstr>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Nikhil Gupta</cp:lastModifiedBy>
  <cp:revision>185</cp:revision>
  <dcterms:created xsi:type="dcterms:W3CDTF">2026-02-17T15:40:59Z</dcterms:created>
  <dcterms:modified xsi:type="dcterms:W3CDTF">2026-03-21T22:35:38Z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Order">
    <vt:r8>2365000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